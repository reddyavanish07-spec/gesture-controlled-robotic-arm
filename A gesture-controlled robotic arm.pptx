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0"/>
  </p:notesMasterIdLst>
  <p:handoutMasterIdLst>
    <p:handoutMasterId r:id="rId31"/>
  </p:handoutMasterIdLst>
  <p:sldIdLst>
    <p:sldId id="291" r:id="rId5"/>
    <p:sldId id="305" r:id="rId6"/>
    <p:sldId id="306" r:id="rId7"/>
    <p:sldId id="308" r:id="rId8"/>
    <p:sldId id="307" r:id="rId9"/>
    <p:sldId id="309" r:id="rId10"/>
    <p:sldId id="310" r:id="rId11"/>
    <p:sldId id="311" r:id="rId12"/>
    <p:sldId id="312" r:id="rId13"/>
    <p:sldId id="313" r:id="rId14"/>
    <p:sldId id="314" r:id="rId15"/>
    <p:sldId id="315" r:id="rId16"/>
    <p:sldId id="316" r:id="rId17"/>
    <p:sldId id="317" r:id="rId18"/>
    <p:sldId id="323" r:id="rId19"/>
    <p:sldId id="324" r:id="rId20"/>
    <p:sldId id="328" r:id="rId21"/>
    <p:sldId id="325" r:id="rId22"/>
    <p:sldId id="329" r:id="rId23"/>
    <p:sldId id="330" r:id="rId24"/>
    <p:sldId id="331" r:id="rId25"/>
    <p:sldId id="319" r:id="rId26"/>
    <p:sldId id="326" r:id="rId27"/>
    <p:sldId id="322" r:id="rId28"/>
    <p:sldId id="304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60" userDrawn="1">
          <p15:clr>
            <a:srgbClr val="A4A3A4"/>
          </p15:clr>
        </p15:guide>
        <p15:guide id="4" pos="7320" userDrawn="1">
          <p15:clr>
            <a:srgbClr val="A4A3A4"/>
          </p15:clr>
        </p15:guide>
        <p15:guide id="5" orient="horz" pos="648" userDrawn="1">
          <p15:clr>
            <a:srgbClr val="A4A3A4"/>
          </p15:clr>
        </p15:guide>
        <p15:guide id="6" orient="horz" pos="1296" userDrawn="1">
          <p15:clr>
            <a:srgbClr val="A4A3A4"/>
          </p15:clr>
        </p15:guide>
        <p15:guide id="7" orient="horz" pos="3408" userDrawn="1">
          <p15:clr>
            <a:srgbClr val="A4A3A4"/>
          </p15:clr>
        </p15:guide>
        <p15:guide id="8" orient="horz" pos="3600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0" orient="horz" pos="3936" userDrawn="1">
          <p15:clr>
            <a:srgbClr val="A4A3A4"/>
          </p15:clr>
        </p15:guide>
        <p15:guide id="11" orient="horz" pos="4080" userDrawn="1">
          <p15:clr>
            <a:srgbClr val="A4A3A4"/>
          </p15:clr>
        </p15:guide>
        <p15:guide id="12" orient="horz" pos="11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2EB"/>
    <a:srgbClr val="F4F5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2838BEF-8BB2-4498-84A7-C5851F593DF1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879" autoAdjust="0"/>
  </p:normalViewPr>
  <p:slideViewPr>
    <p:cSldViewPr snapToGrid="0" showGuides="1">
      <p:cViewPr varScale="1">
        <p:scale>
          <a:sx n="78" d="100"/>
          <a:sy n="78" d="100"/>
        </p:scale>
        <p:origin x="878" y="67"/>
      </p:cViewPr>
      <p:guideLst>
        <p:guide orient="horz" pos="2208"/>
        <p:guide pos="3840"/>
        <p:guide pos="360"/>
        <p:guide pos="7320"/>
        <p:guide orient="horz" pos="648"/>
        <p:guide orient="horz" pos="1296"/>
        <p:guide orient="horz" pos="3408"/>
        <p:guide orient="horz" pos="3600"/>
        <p:guide orient="horz" pos="2352"/>
        <p:guide orient="horz" pos="3936"/>
        <p:guide orient="horz" pos="4080"/>
        <p:guide orient="horz" pos="11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55" d="100"/>
        <a:sy n="55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386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7D62D9B-342B-0F6F-95A2-BC0A60BE1B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86CD1D-F25A-470D-0E44-E59ED13385E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69BD15-EBD2-4D6E-A385-EB8CF4A6720A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19B365-F1DA-9739-052F-3E51D38B9F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BD471A-DE7F-C916-1D17-13EBD27B736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9CC14B-BCB7-42B9-9A42-7743F68E1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0644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E87914-B979-D441-9584-07C203378D42}" type="datetimeFigureOut">
              <a:rPr lang="en-US" smtClean="0"/>
              <a:t>4/14/2026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38216B-BE00-0B44-858C-A4D22CFBA30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552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38216B-BE00-0B44-858C-A4D22CFBA301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6544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lose-up of flamingo feathers">
            <a:extLst>
              <a:ext uri="{FF2B5EF4-FFF2-40B4-BE49-F238E27FC236}">
                <a16:creationId xmlns:a16="http://schemas.microsoft.com/office/drawing/2014/main" id="{84224156-DF97-27B4-F5A6-C479644E99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5000"/>
          </a:blip>
          <a:srcRect b="1485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DCE22C9A-30B6-12EB-423C-34454BE2D734}"/>
              </a:ext>
            </a:extLst>
          </p:cNvPr>
          <p:cNvSpPr/>
          <p:nvPr userDrawn="1"/>
        </p:nvSpPr>
        <p:spPr>
          <a:xfrm rot="16200000">
            <a:off x="3838487" y="-1434547"/>
            <a:ext cx="4515026" cy="9727095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D42636-F625-5B2A-E7CC-9D70418A2B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75688" y="1510442"/>
            <a:ext cx="8037576" cy="3837115"/>
          </a:xfrm>
        </p:spPr>
        <p:txBody>
          <a:bodyPr anchor="ctr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Rounded Rectangle 10">
            <a:extLst>
              <a:ext uri="{FF2B5EF4-FFF2-40B4-BE49-F238E27FC236}">
                <a16:creationId xmlns:a16="http://schemas.microsoft.com/office/drawing/2014/main" id="{C8CEB3A4-8583-3114-2BDD-D7AE1CABCD1D}"/>
              </a:ext>
            </a:extLst>
          </p:cNvPr>
          <p:cNvSpPr/>
          <p:nvPr userDrawn="1"/>
        </p:nvSpPr>
        <p:spPr>
          <a:xfrm rot="16200000">
            <a:off x="4177443" y="-1088756"/>
            <a:ext cx="3837115" cy="9035512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5080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5D5913B7-7EE8-A67C-928F-0117A5BBB2F9}"/>
              </a:ext>
            </a:extLst>
          </p:cNvPr>
          <p:cNvSpPr/>
          <p:nvPr userDrawn="1"/>
        </p:nvSpPr>
        <p:spPr>
          <a:xfrm rot="5400000">
            <a:off x="9434872" y="-1570777"/>
            <a:ext cx="1312335" cy="4372608"/>
          </a:xfrm>
          <a:custGeom>
            <a:avLst/>
            <a:gdLst>
              <a:gd name="connsiteX0" fmla="*/ 0 w 1312335"/>
              <a:gd name="connsiteY0" fmla="*/ 4345730 h 4372608"/>
              <a:gd name="connsiteX1" fmla="*/ 0 w 1312335"/>
              <a:gd name="connsiteY1" fmla="*/ 0 h 4372608"/>
              <a:gd name="connsiteX2" fmla="*/ 1312335 w 1312335"/>
              <a:gd name="connsiteY2" fmla="*/ 0 h 4372608"/>
              <a:gd name="connsiteX3" fmla="*/ 1312334 w 1312335"/>
              <a:gd name="connsiteY3" fmla="*/ 3293684 h 4372608"/>
              <a:gd name="connsiteX4" fmla="*/ 233409 w 1312335"/>
              <a:gd name="connsiteY4" fmla="*/ 4372608 h 4372608"/>
              <a:gd name="connsiteX5" fmla="*/ 233410 w 1312335"/>
              <a:gd name="connsiteY5" fmla="*/ 4372607 h 4372608"/>
              <a:gd name="connsiteX6" fmla="*/ 15969 w 1312335"/>
              <a:gd name="connsiteY6" fmla="*/ 4350687 h 4372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12335" h="4372608">
                <a:moveTo>
                  <a:pt x="0" y="4345730"/>
                </a:moveTo>
                <a:lnTo>
                  <a:pt x="0" y="0"/>
                </a:lnTo>
                <a:lnTo>
                  <a:pt x="1312335" y="0"/>
                </a:lnTo>
                <a:lnTo>
                  <a:pt x="1312334" y="3293684"/>
                </a:lnTo>
                <a:cubicBezTo>
                  <a:pt x="1312334" y="3889557"/>
                  <a:pt x="829283" y="4372608"/>
                  <a:pt x="233409" y="4372608"/>
                </a:cubicBezTo>
                <a:lnTo>
                  <a:pt x="233410" y="4372607"/>
                </a:lnTo>
                <a:cubicBezTo>
                  <a:pt x="158926" y="4372607"/>
                  <a:pt x="86204" y="4365059"/>
                  <a:pt x="15969" y="4350687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59D905E1-DD26-B51A-8140-2DF28080849B}"/>
              </a:ext>
            </a:extLst>
          </p:cNvPr>
          <p:cNvSpPr/>
          <p:nvPr userDrawn="1"/>
        </p:nvSpPr>
        <p:spPr>
          <a:xfrm rot="5400000">
            <a:off x="9590019" y="-1557294"/>
            <a:ext cx="1170671" cy="4203978"/>
          </a:xfrm>
          <a:custGeom>
            <a:avLst/>
            <a:gdLst>
              <a:gd name="connsiteX0" fmla="*/ 0 w 1170671"/>
              <a:gd name="connsiteY0" fmla="*/ 4171116 h 4203978"/>
              <a:gd name="connsiteX1" fmla="*/ 0 w 1170671"/>
              <a:gd name="connsiteY1" fmla="*/ 0 h 4203978"/>
              <a:gd name="connsiteX2" fmla="*/ 1170671 w 1170671"/>
              <a:gd name="connsiteY2" fmla="*/ 0 h 4203978"/>
              <a:gd name="connsiteX3" fmla="*/ 1170670 w 1170671"/>
              <a:gd name="connsiteY3" fmla="*/ 3266718 h 4203978"/>
              <a:gd name="connsiteX4" fmla="*/ 233410 w 1170671"/>
              <a:gd name="connsiteY4" fmla="*/ 4203978 h 4203978"/>
              <a:gd name="connsiteX5" fmla="*/ 233411 w 1170671"/>
              <a:gd name="connsiteY5" fmla="*/ 4203977 h 4203978"/>
              <a:gd name="connsiteX6" fmla="*/ 44521 w 1170671"/>
              <a:gd name="connsiteY6" fmla="*/ 4184935 h 4203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70671" h="4203978">
                <a:moveTo>
                  <a:pt x="0" y="4171116"/>
                </a:moveTo>
                <a:lnTo>
                  <a:pt x="0" y="0"/>
                </a:lnTo>
                <a:lnTo>
                  <a:pt x="1170671" y="0"/>
                </a:lnTo>
                <a:lnTo>
                  <a:pt x="1170670" y="3266718"/>
                </a:lnTo>
                <a:cubicBezTo>
                  <a:pt x="1170670" y="3784352"/>
                  <a:pt x="751044" y="4203978"/>
                  <a:pt x="233410" y="4203978"/>
                </a:cubicBezTo>
                <a:lnTo>
                  <a:pt x="233411" y="4203977"/>
                </a:lnTo>
                <a:cubicBezTo>
                  <a:pt x="168707" y="4203977"/>
                  <a:pt x="105534" y="4197420"/>
                  <a:pt x="44521" y="4184935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B966588-24CA-0EF2-37F4-14AC72EB1306}"/>
              </a:ext>
            </a:extLst>
          </p:cNvPr>
          <p:cNvSpPr/>
          <p:nvPr userDrawn="1"/>
        </p:nvSpPr>
        <p:spPr>
          <a:xfrm rot="5400000">
            <a:off x="9012114" y="165991"/>
            <a:ext cx="2157850" cy="4372608"/>
          </a:xfrm>
          <a:custGeom>
            <a:avLst/>
            <a:gdLst>
              <a:gd name="connsiteX0" fmla="*/ 0 w 2157850"/>
              <a:gd name="connsiteY0" fmla="*/ 3293682 h 4372608"/>
              <a:gd name="connsiteX1" fmla="*/ 0 w 2157850"/>
              <a:gd name="connsiteY1" fmla="*/ 0 h 4372608"/>
              <a:gd name="connsiteX2" fmla="*/ 2157850 w 2157850"/>
              <a:gd name="connsiteY2" fmla="*/ 0 h 4372608"/>
              <a:gd name="connsiteX3" fmla="*/ 2157849 w 2157850"/>
              <a:gd name="connsiteY3" fmla="*/ 3293683 h 4372608"/>
              <a:gd name="connsiteX4" fmla="*/ 1078924 w 2157850"/>
              <a:gd name="connsiteY4" fmla="*/ 4372608 h 4372608"/>
              <a:gd name="connsiteX5" fmla="*/ 1078925 w 2157850"/>
              <a:gd name="connsiteY5" fmla="*/ 4372607 h 4372608"/>
              <a:gd name="connsiteX6" fmla="*/ 0 w 2157850"/>
              <a:gd name="connsiteY6" fmla="*/ 3293682 h 4372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57850" h="4372608">
                <a:moveTo>
                  <a:pt x="0" y="3293682"/>
                </a:moveTo>
                <a:lnTo>
                  <a:pt x="0" y="0"/>
                </a:lnTo>
                <a:lnTo>
                  <a:pt x="2157850" y="0"/>
                </a:lnTo>
                <a:lnTo>
                  <a:pt x="2157849" y="3293683"/>
                </a:lnTo>
                <a:cubicBezTo>
                  <a:pt x="2157849" y="3889557"/>
                  <a:pt x="1674798" y="4372608"/>
                  <a:pt x="1078924" y="4372608"/>
                </a:cubicBezTo>
                <a:lnTo>
                  <a:pt x="1078925" y="4372607"/>
                </a:lnTo>
                <a:cubicBezTo>
                  <a:pt x="483051" y="4372607"/>
                  <a:pt x="0" y="3889556"/>
                  <a:pt x="0" y="3293682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F04C538B-EF4C-760B-09A7-8C0A6F456BEA}"/>
              </a:ext>
            </a:extLst>
          </p:cNvPr>
          <p:cNvSpPr/>
          <p:nvPr userDrawn="1"/>
        </p:nvSpPr>
        <p:spPr>
          <a:xfrm rot="5400000">
            <a:off x="9245715" y="257928"/>
            <a:ext cx="1874520" cy="4188737"/>
          </a:xfrm>
          <a:custGeom>
            <a:avLst/>
            <a:gdLst>
              <a:gd name="connsiteX0" fmla="*/ 0 w 1874520"/>
              <a:gd name="connsiteY0" fmla="*/ 3251476 h 4188737"/>
              <a:gd name="connsiteX1" fmla="*/ 0 w 1874520"/>
              <a:gd name="connsiteY1" fmla="*/ 0 h 4188737"/>
              <a:gd name="connsiteX2" fmla="*/ 1874520 w 1874520"/>
              <a:gd name="connsiteY2" fmla="*/ 0 h 4188737"/>
              <a:gd name="connsiteX3" fmla="*/ 1874519 w 1874520"/>
              <a:gd name="connsiteY3" fmla="*/ 3251478 h 4188737"/>
              <a:gd name="connsiteX4" fmla="*/ 937259 w 1874520"/>
              <a:gd name="connsiteY4" fmla="*/ 4188737 h 4188737"/>
              <a:gd name="connsiteX5" fmla="*/ 937260 w 1874520"/>
              <a:gd name="connsiteY5" fmla="*/ 4188736 h 4188737"/>
              <a:gd name="connsiteX6" fmla="*/ 0 w 1874520"/>
              <a:gd name="connsiteY6" fmla="*/ 3251476 h 4188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74520" h="4188737">
                <a:moveTo>
                  <a:pt x="0" y="3251476"/>
                </a:moveTo>
                <a:lnTo>
                  <a:pt x="0" y="0"/>
                </a:lnTo>
                <a:lnTo>
                  <a:pt x="1874520" y="0"/>
                </a:lnTo>
                <a:lnTo>
                  <a:pt x="1874519" y="3251478"/>
                </a:lnTo>
                <a:cubicBezTo>
                  <a:pt x="1874519" y="3769112"/>
                  <a:pt x="1454893" y="4188737"/>
                  <a:pt x="937259" y="4188737"/>
                </a:cubicBezTo>
                <a:lnTo>
                  <a:pt x="937260" y="4188736"/>
                </a:lnTo>
                <a:cubicBezTo>
                  <a:pt x="419626" y="4188736"/>
                  <a:pt x="0" y="3769110"/>
                  <a:pt x="0" y="3251476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9CE95796-8135-4C87-0115-AD68ACF7C0D8}"/>
              </a:ext>
            </a:extLst>
          </p:cNvPr>
          <p:cNvSpPr/>
          <p:nvPr userDrawn="1"/>
        </p:nvSpPr>
        <p:spPr>
          <a:xfrm rot="5400000">
            <a:off x="9012115" y="2325516"/>
            <a:ext cx="2157850" cy="4372607"/>
          </a:xfrm>
          <a:custGeom>
            <a:avLst/>
            <a:gdLst>
              <a:gd name="connsiteX0" fmla="*/ 0 w 2157850"/>
              <a:gd name="connsiteY0" fmla="*/ 3293681 h 4372607"/>
              <a:gd name="connsiteX1" fmla="*/ 0 w 2157850"/>
              <a:gd name="connsiteY1" fmla="*/ 0 h 4372607"/>
              <a:gd name="connsiteX2" fmla="*/ 2157850 w 2157850"/>
              <a:gd name="connsiteY2" fmla="*/ 0 h 4372607"/>
              <a:gd name="connsiteX3" fmla="*/ 2157849 w 2157850"/>
              <a:gd name="connsiteY3" fmla="*/ 3293682 h 4372607"/>
              <a:gd name="connsiteX4" fmla="*/ 1078924 w 2157850"/>
              <a:gd name="connsiteY4" fmla="*/ 4372607 h 4372607"/>
              <a:gd name="connsiteX5" fmla="*/ 1078925 w 2157850"/>
              <a:gd name="connsiteY5" fmla="*/ 4372606 h 4372607"/>
              <a:gd name="connsiteX6" fmla="*/ 0 w 2157850"/>
              <a:gd name="connsiteY6" fmla="*/ 3293681 h 4372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57850" h="4372607">
                <a:moveTo>
                  <a:pt x="0" y="3293681"/>
                </a:moveTo>
                <a:lnTo>
                  <a:pt x="0" y="0"/>
                </a:lnTo>
                <a:lnTo>
                  <a:pt x="2157850" y="0"/>
                </a:lnTo>
                <a:lnTo>
                  <a:pt x="2157849" y="3293682"/>
                </a:lnTo>
                <a:cubicBezTo>
                  <a:pt x="2157849" y="3889556"/>
                  <a:pt x="1674798" y="4372607"/>
                  <a:pt x="1078924" y="4372607"/>
                </a:cubicBezTo>
                <a:lnTo>
                  <a:pt x="1078925" y="4372606"/>
                </a:lnTo>
                <a:cubicBezTo>
                  <a:pt x="483051" y="4372606"/>
                  <a:pt x="0" y="3889555"/>
                  <a:pt x="0" y="3293681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CCBEB880-D0F0-4109-B930-8923AB0C9645}"/>
              </a:ext>
            </a:extLst>
          </p:cNvPr>
          <p:cNvSpPr/>
          <p:nvPr userDrawn="1"/>
        </p:nvSpPr>
        <p:spPr>
          <a:xfrm rot="5400000">
            <a:off x="9245715" y="2417452"/>
            <a:ext cx="1874520" cy="4188736"/>
          </a:xfrm>
          <a:custGeom>
            <a:avLst/>
            <a:gdLst>
              <a:gd name="connsiteX0" fmla="*/ 0 w 1874520"/>
              <a:gd name="connsiteY0" fmla="*/ 3251476 h 4188736"/>
              <a:gd name="connsiteX1" fmla="*/ 0 w 1874520"/>
              <a:gd name="connsiteY1" fmla="*/ 0 h 4188736"/>
              <a:gd name="connsiteX2" fmla="*/ 1874520 w 1874520"/>
              <a:gd name="connsiteY2" fmla="*/ 0 h 4188736"/>
              <a:gd name="connsiteX3" fmla="*/ 1874519 w 1874520"/>
              <a:gd name="connsiteY3" fmla="*/ 3251476 h 4188736"/>
              <a:gd name="connsiteX4" fmla="*/ 937259 w 1874520"/>
              <a:gd name="connsiteY4" fmla="*/ 4188736 h 4188736"/>
              <a:gd name="connsiteX5" fmla="*/ 937260 w 1874520"/>
              <a:gd name="connsiteY5" fmla="*/ 4188735 h 4188736"/>
              <a:gd name="connsiteX6" fmla="*/ 0 w 1874520"/>
              <a:gd name="connsiteY6" fmla="*/ 3251476 h 4188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74520" h="4188736">
                <a:moveTo>
                  <a:pt x="0" y="3251476"/>
                </a:moveTo>
                <a:lnTo>
                  <a:pt x="0" y="0"/>
                </a:lnTo>
                <a:lnTo>
                  <a:pt x="1874520" y="0"/>
                </a:lnTo>
                <a:lnTo>
                  <a:pt x="1874519" y="3251476"/>
                </a:lnTo>
                <a:cubicBezTo>
                  <a:pt x="1874519" y="3769110"/>
                  <a:pt x="1454893" y="4188736"/>
                  <a:pt x="937259" y="4188736"/>
                </a:cubicBezTo>
                <a:lnTo>
                  <a:pt x="937260" y="4188735"/>
                </a:lnTo>
                <a:cubicBezTo>
                  <a:pt x="419626" y="4188735"/>
                  <a:pt x="0" y="3769110"/>
                  <a:pt x="0" y="3251476"/>
                </a:cubicBezTo>
                <a:close/>
              </a:path>
            </a:pathLst>
          </a:cu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190E4F1C-1E7D-5E23-95B6-B6F0E0E833C6}"/>
              </a:ext>
            </a:extLst>
          </p:cNvPr>
          <p:cNvSpPr/>
          <p:nvPr userDrawn="1"/>
        </p:nvSpPr>
        <p:spPr>
          <a:xfrm rot="5400000">
            <a:off x="9438566" y="4058828"/>
            <a:ext cx="1304948" cy="4372607"/>
          </a:xfrm>
          <a:custGeom>
            <a:avLst/>
            <a:gdLst>
              <a:gd name="connsiteX0" fmla="*/ 0 w 1304948"/>
              <a:gd name="connsiteY0" fmla="*/ 3293681 h 4372607"/>
              <a:gd name="connsiteX1" fmla="*/ 0 w 1304948"/>
              <a:gd name="connsiteY1" fmla="*/ 0 h 4372607"/>
              <a:gd name="connsiteX2" fmla="*/ 1304948 w 1304948"/>
              <a:gd name="connsiteY2" fmla="*/ 0 h 4372607"/>
              <a:gd name="connsiteX3" fmla="*/ 1304948 w 1304948"/>
              <a:gd name="connsiteY3" fmla="*/ 4348023 h 4372607"/>
              <a:gd name="connsiteX4" fmla="*/ 1296365 w 1304948"/>
              <a:gd name="connsiteY4" fmla="*/ 4350687 h 4372607"/>
              <a:gd name="connsiteX5" fmla="*/ 1078924 w 1304948"/>
              <a:gd name="connsiteY5" fmla="*/ 4372607 h 4372607"/>
              <a:gd name="connsiteX6" fmla="*/ 1078925 w 1304948"/>
              <a:gd name="connsiteY6" fmla="*/ 4372606 h 4372607"/>
              <a:gd name="connsiteX7" fmla="*/ 0 w 1304948"/>
              <a:gd name="connsiteY7" fmla="*/ 3293681 h 4372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04948" h="4372607">
                <a:moveTo>
                  <a:pt x="0" y="3293681"/>
                </a:moveTo>
                <a:lnTo>
                  <a:pt x="0" y="0"/>
                </a:lnTo>
                <a:lnTo>
                  <a:pt x="1304948" y="0"/>
                </a:lnTo>
                <a:lnTo>
                  <a:pt x="1304948" y="4348023"/>
                </a:lnTo>
                <a:lnTo>
                  <a:pt x="1296365" y="4350687"/>
                </a:lnTo>
                <a:cubicBezTo>
                  <a:pt x="1226130" y="4365059"/>
                  <a:pt x="1153409" y="4372607"/>
                  <a:pt x="1078924" y="4372607"/>
                </a:cubicBezTo>
                <a:lnTo>
                  <a:pt x="1078925" y="4372606"/>
                </a:lnTo>
                <a:cubicBezTo>
                  <a:pt x="483051" y="4372606"/>
                  <a:pt x="0" y="3889555"/>
                  <a:pt x="0" y="3293681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CB94BDFD-7EA4-0673-E1B4-E20807210502}"/>
              </a:ext>
            </a:extLst>
          </p:cNvPr>
          <p:cNvSpPr/>
          <p:nvPr userDrawn="1"/>
        </p:nvSpPr>
        <p:spPr>
          <a:xfrm rot="5400000">
            <a:off x="9601334" y="4221596"/>
            <a:ext cx="1163283" cy="4188736"/>
          </a:xfrm>
          <a:custGeom>
            <a:avLst/>
            <a:gdLst>
              <a:gd name="connsiteX0" fmla="*/ 0 w 1163283"/>
              <a:gd name="connsiteY0" fmla="*/ 3251476 h 4188736"/>
              <a:gd name="connsiteX1" fmla="*/ 0 w 1163283"/>
              <a:gd name="connsiteY1" fmla="*/ 0 h 4188736"/>
              <a:gd name="connsiteX2" fmla="*/ 1163283 w 1163283"/>
              <a:gd name="connsiteY2" fmla="*/ 0 h 4188736"/>
              <a:gd name="connsiteX3" fmla="*/ 1163283 w 1163283"/>
              <a:gd name="connsiteY3" fmla="*/ 4158168 h 4188736"/>
              <a:gd name="connsiteX4" fmla="*/ 1126150 w 1163283"/>
              <a:gd name="connsiteY4" fmla="*/ 4169694 h 4188736"/>
              <a:gd name="connsiteX5" fmla="*/ 937259 w 1163283"/>
              <a:gd name="connsiteY5" fmla="*/ 4188736 h 4188736"/>
              <a:gd name="connsiteX6" fmla="*/ 937260 w 1163283"/>
              <a:gd name="connsiteY6" fmla="*/ 4188735 h 4188736"/>
              <a:gd name="connsiteX7" fmla="*/ 0 w 1163283"/>
              <a:gd name="connsiteY7" fmla="*/ 3251476 h 4188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63283" h="4188736">
                <a:moveTo>
                  <a:pt x="0" y="3251476"/>
                </a:moveTo>
                <a:lnTo>
                  <a:pt x="0" y="0"/>
                </a:lnTo>
                <a:lnTo>
                  <a:pt x="1163283" y="0"/>
                </a:lnTo>
                <a:lnTo>
                  <a:pt x="1163283" y="4158168"/>
                </a:lnTo>
                <a:lnTo>
                  <a:pt x="1126150" y="4169694"/>
                </a:lnTo>
                <a:cubicBezTo>
                  <a:pt x="1065136" y="4182180"/>
                  <a:pt x="1001964" y="4188736"/>
                  <a:pt x="937259" y="4188736"/>
                </a:cubicBezTo>
                <a:lnTo>
                  <a:pt x="937260" y="4188735"/>
                </a:lnTo>
                <a:cubicBezTo>
                  <a:pt x="419626" y="4188735"/>
                  <a:pt x="0" y="3769110"/>
                  <a:pt x="0" y="3251476"/>
                </a:cubicBezTo>
                <a:close/>
              </a:path>
            </a:pathLst>
          </a:cu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B75F4CF-DC43-BF88-A4AB-76AC7171D62A}"/>
              </a:ext>
            </a:extLst>
          </p:cNvPr>
          <p:cNvGrpSpPr/>
          <p:nvPr userDrawn="1"/>
        </p:nvGrpSpPr>
        <p:grpSpPr>
          <a:xfrm>
            <a:off x="6132575" y="1705337"/>
            <a:ext cx="3494544" cy="3494544"/>
            <a:chOff x="6132575" y="1705337"/>
            <a:chExt cx="3494544" cy="3494544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786FFFE-5A89-4D14-F5F8-16FD636A0ECD}"/>
                </a:ext>
              </a:extLst>
            </p:cNvPr>
            <p:cNvSpPr/>
            <p:nvPr userDrawn="1"/>
          </p:nvSpPr>
          <p:spPr>
            <a:xfrm>
              <a:off x="6132575" y="1705337"/>
              <a:ext cx="3494544" cy="3494544"/>
            </a:xfrm>
            <a:prstGeom prst="ellipse">
              <a:avLst/>
            </a:prstGeom>
            <a:solidFill>
              <a:schemeClr val="accent4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20DEB5F-39A6-1FCF-86AA-08D5559AB102}"/>
                </a:ext>
              </a:extLst>
            </p:cNvPr>
            <p:cNvSpPr/>
            <p:nvPr userDrawn="1"/>
          </p:nvSpPr>
          <p:spPr>
            <a:xfrm>
              <a:off x="6334511" y="1907273"/>
              <a:ext cx="3090672" cy="3090672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itle 9">
            <a:extLst>
              <a:ext uri="{FF2B5EF4-FFF2-40B4-BE49-F238E27FC236}">
                <a16:creationId xmlns:a16="http://schemas.microsoft.com/office/drawing/2014/main" id="{F758A95E-8882-B1A2-0A8D-7F34A35AAF6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484632" y="539494"/>
            <a:ext cx="5647943" cy="2157849"/>
          </a:xfrm>
        </p:spPr>
        <p:txBody>
          <a:bodyPr anchor="t"/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EE226B7-1450-52A1-D0F2-90B821F8913B}"/>
              </a:ext>
            </a:extLst>
          </p:cNvPr>
          <p:cNvSpPr>
            <a:spLocks noGrp="1"/>
          </p:cNvSpPr>
          <p:nvPr userDrawn="1">
            <p:ph sz="half" idx="2"/>
          </p:nvPr>
        </p:nvSpPr>
        <p:spPr>
          <a:xfrm>
            <a:off x="484632" y="2964180"/>
            <a:ext cx="5647943" cy="3181196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400"/>
            </a:lvl1pPr>
            <a:lvl2pPr marL="6858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400"/>
            </a:lvl2pPr>
            <a:lvl3pPr marL="11430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400"/>
            </a:lvl3pPr>
            <a:lvl4pPr marL="16002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400"/>
            </a:lvl4pPr>
            <a:lvl5pPr marL="211455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434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0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7DAFD34-8B3E-5999-6911-7AF71ADD2545}"/>
              </a:ext>
            </a:extLst>
          </p:cNvPr>
          <p:cNvSpPr/>
          <p:nvPr userDrawn="1"/>
        </p:nvSpPr>
        <p:spPr>
          <a:xfrm>
            <a:off x="1" y="0"/>
            <a:ext cx="6102349" cy="68580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53C8BA8-2082-EEAD-7670-E3C6FB475885}"/>
              </a:ext>
            </a:extLst>
          </p:cNvPr>
          <p:cNvSpPr/>
          <p:nvPr userDrawn="1"/>
        </p:nvSpPr>
        <p:spPr>
          <a:xfrm>
            <a:off x="355751" y="357199"/>
            <a:ext cx="5387912" cy="614215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FD5EC2-0037-064B-0676-7354391A9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751" y="717550"/>
            <a:ext cx="5387912" cy="3432198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BAFF85-BA63-AEEF-8DF0-E072A51970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9616" y="4356100"/>
            <a:ext cx="4140182" cy="1781198"/>
          </a:xfrm>
          <a:noFill/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5426760-3515-EC04-29AA-1F4EB27EBC2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02350" y="0"/>
            <a:ext cx="6089649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86015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0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nline Image Placeholder 34" descr="Close-up of flamingo feathers">
            <a:extLst>
              <a:ext uri="{FF2B5EF4-FFF2-40B4-BE49-F238E27FC236}">
                <a16:creationId xmlns:a16="http://schemas.microsoft.com/office/drawing/2014/main" id="{A1B57CAB-4F00-153C-58D0-072C8CCFFC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6D4A631-0C9D-1751-49E2-ED23EE2FD54C}"/>
              </a:ext>
            </a:extLst>
          </p:cNvPr>
          <p:cNvSpPr/>
          <p:nvPr userDrawn="1"/>
        </p:nvSpPr>
        <p:spPr>
          <a:xfrm>
            <a:off x="1434154" y="5224465"/>
            <a:ext cx="9323693" cy="64846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DAFD34-8B3E-5999-6911-7AF71ADD2545}"/>
              </a:ext>
            </a:extLst>
          </p:cNvPr>
          <p:cNvSpPr/>
          <p:nvPr userDrawn="1"/>
        </p:nvSpPr>
        <p:spPr>
          <a:xfrm>
            <a:off x="1434154" y="1141401"/>
            <a:ext cx="9323693" cy="3687417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8390130-2A06-F9EE-2060-953B27394103}"/>
              </a:ext>
            </a:extLst>
          </p:cNvPr>
          <p:cNvCxnSpPr>
            <a:cxnSpLocks/>
          </p:cNvCxnSpPr>
          <p:nvPr userDrawn="1"/>
        </p:nvCxnSpPr>
        <p:spPr>
          <a:xfrm>
            <a:off x="1789176" y="5562197"/>
            <a:ext cx="861364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653C8BA8-2082-EEAD-7670-E3C6FB475885}"/>
              </a:ext>
            </a:extLst>
          </p:cNvPr>
          <p:cNvSpPr/>
          <p:nvPr userDrawn="1"/>
        </p:nvSpPr>
        <p:spPr>
          <a:xfrm>
            <a:off x="1789904" y="1498600"/>
            <a:ext cx="8612192" cy="297301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FD5EC2-0037-064B-0676-7354391A9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7212" y="1766421"/>
            <a:ext cx="8037576" cy="2433046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BAFF85-BA63-AEEF-8DF0-E072A51970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25344" y="5294376"/>
            <a:ext cx="6941313" cy="521208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73885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9">
            <a:extLst>
              <a:ext uri="{FF2B5EF4-FFF2-40B4-BE49-F238E27FC236}">
                <a16:creationId xmlns:a16="http://schemas.microsoft.com/office/drawing/2014/main" id="{F884772E-D40F-9CFA-F6FE-511BE1486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539494"/>
            <a:ext cx="6347968" cy="2165606"/>
          </a:xfrm>
        </p:spPr>
        <p:txBody>
          <a:bodyPr anchor="t"/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D0AE591E-6385-A4C3-C827-5EDF6623CA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632" y="2884714"/>
            <a:ext cx="6347967" cy="2891246"/>
          </a:xfrm>
        </p:spPr>
        <p:txBody>
          <a:bodyPr/>
          <a:lstStyle>
            <a:lvl1pPr marL="2286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1pPr>
            <a:lvl2pPr marL="6858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2pPr>
            <a:lvl3pPr marL="11430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3pPr>
            <a:lvl4pPr marL="16002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4pPr>
            <a:lvl5pPr marL="211455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E059605-FAEB-7A32-6A4B-5B6AF9804C93}"/>
              </a:ext>
            </a:extLst>
          </p:cNvPr>
          <p:cNvSpPr/>
          <p:nvPr userDrawn="1"/>
        </p:nvSpPr>
        <p:spPr>
          <a:xfrm>
            <a:off x="431292" y="6176964"/>
            <a:ext cx="11329416" cy="3383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/>
          <a:p>
            <a:pPr lvl="0" algn="ctr"/>
            <a:endParaRPr lang="en-US" sz="12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8" name="Footer Placeholder 4">
            <a:extLst>
              <a:ext uri="{FF2B5EF4-FFF2-40B4-BE49-F238E27FC236}">
                <a16:creationId xmlns:a16="http://schemas.microsoft.com/office/drawing/2014/main" id="{4E7E40A4-D9E9-D565-00C7-4E54CCFD2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2950" y="6176964"/>
            <a:ext cx="2639568" cy="338328"/>
          </a:xfrm>
          <a:prstGeom prst="rect">
            <a:avLst/>
          </a:prstGeom>
          <a:noFill/>
        </p:spPr>
        <p:txBody>
          <a:bodyPr vert="horz" lIns="0" tIns="45720" rIns="91440" bIns="45720" rtlCol="0" anchor="ctr">
            <a:noAutofit/>
          </a:bodyPr>
          <a:lstStyle>
            <a:lvl1pPr algn="l">
              <a:defRPr sz="105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131E91C5-5390-1792-6072-7CD301DAE5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26836" y="6176963"/>
            <a:ext cx="338328" cy="338329"/>
          </a:xfrm>
          <a:prstGeom prst="ellipse">
            <a:avLst/>
          </a:prstGeom>
          <a:noFill/>
          <a:ln w="12700"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fld id="{B776CE9F-4BD8-A748-847B-B97BB3C5BAC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6" name="Date Placeholder 3">
            <a:extLst>
              <a:ext uri="{FF2B5EF4-FFF2-40B4-BE49-F238E27FC236}">
                <a16:creationId xmlns:a16="http://schemas.microsoft.com/office/drawing/2014/main" id="{3A0B5CF5-883E-297C-22B2-50EB5E77FE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90098" y="6176964"/>
            <a:ext cx="758952" cy="338328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>
            <a:lvl1pPr algn="r"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E31C862-A50D-F361-F967-AEBEAF3D6F73}"/>
              </a:ext>
            </a:extLst>
          </p:cNvPr>
          <p:cNvSpPr/>
          <p:nvPr userDrawn="1"/>
        </p:nvSpPr>
        <p:spPr>
          <a:xfrm>
            <a:off x="7389995" y="-100665"/>
            <a:ext cx="2157850" cy="3865309"/>
          </a:xfrm>
          <a:custGeom>
            <a:avLst/>
            <a:gdLst>
              <a:gd name="connsiteX0" fmla="*/ 0 w 2157850"/>
              <a:gd name="connsiteY0" fmla="*/ 0 h 3865309"/>
              <a:gd name="connsiteX1" fmla="*/ 2157850 w 2157850"/>
              <a:gd name="connsiteY1" fmla="*/ 0 h 3865309"/>
              <a:gd name="connsiteX2" fmla="*/ 2157849 w 2157850"/>
              <a:gd name="connsiteY2" fmla="*/ 2786384 h 3865309"/>
              <a:gd name="connsiteX3" fmla="*/ 1078924 w 2157850"/>
              <a:gd name="connsiteY3" fmla="*/ 3865309 h 3865309"/>
              <a:gd name="connsiteX4" fmla="*/ 1078925 w 2157850"/>
              <a:gd name="connsiteY4" fmla="*/ 3865308 h 3865309"/>
              <a:gd name="connsiteX5" fmla="*/ 0 w 2157850"/>
              <a:gd name="connsiteY5" fmla="*/ 2786383 h 3865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7850" h="3865309">
                <a:moveTo>
                  <a:pt x="0" y="0"/>
                </a:moveTo>
                <a:lnTo>
                  <a:pt x="2157850" y="0"/>
                </a:lnTo>
                <a:lnTo>
                  <a:pt x="2157849" y="2786384"/>
                </a:lnTo>
                <a:cubicBezTo>
                  <a:pt x="2157849" y="3382258"/>
                  <a:pt x="1674798" y="3865309"/>
                  <a:pt x="1078924" y="3865309"/>
                </a:cubicBezTo>
                <a:lnTo>
                  <a:pt x="1078925" y="3865308"/>
                </a:lnTo>
                <a:cubicBezTo>
                  <a:pt x="483051" y="3865308"/>
                  <a:pt x="0" y="3382257"/>
                  <a:pt x="0" y="2786383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951A618-B156-5909-FFBA-FCE7715433BB}"/>
              </a:ext>
            </a:extLst>
          </p:cNvPr>
          <p:cNvSpPr/>
          <p:nvPr userDrawn="1"/>
        </p:nvSpPr>
        <p:spPr>
          <a:xfrm>
            <a:off x="7531661" y="-100665"/>
            <a:ext cx="1874520" cy="3681439"/>
          </a:xfrm>
          <a:custGeom>
            <a:avLst/>
            <a:gdLst>
              <a:gd name="connsiteX0" fmla="*/ 0 w 1874520"/>
              <a:gd name="connsiteY0" fmla="*/ 0 h 3681439"/>
              <a:gd name="connsiteX1" fmla="*/ 1874520 w 1874520"/>
              <a:gd name="connsiteY1" fmla="*/ 0 h 3681439"/>
              <a:gd name="connsiteX2" fmla="*/ 1874519 w 1874520"/>
              <a:gd name="connsiteY2" fmla="*/ 2744179 h 3681439"/>
              <a:gd name="connsiteX3" fmla="*/ 937259 w 1874520"/>
              <a:gd name="connsiteY3" fmla="*/ 3681439 h 3681439"/>
              <a:gd name="connsiteX4" fmla="*/ 937260 w 1874520"/>
              <a:gd name="connsiteY4" fmla="*/ 3681438 h 3681439"/>
              <a:gd name="connsiteX5" fmla="*/ 0 w 1874520"/>
              <a:gd name="connsiteY5" fmla="*/ 2744178 h 3681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74520" h="3681439">
                <a:moveTo>
                  <a:pt x="0" y="0"/>
                </a:moveTo>
                <a:lnTo>
                  <a:pt x="1874520" y="0"/>
                </a:lnTo>
                <a:lnTo>
                  <a:pt x="1874519" y="2744179"/>
                </a:lnTo>
                <a:cubicBezTo>
                  <a:pt x="1874519" y="3261813"/>
                  <a:pt x="1454893" y="3681439"/>
                  <a:pt x="937259" y="3681439"/>
                </a:cubicBezTo>
                <a:lnTo>
                  <a:pt x="937260" y="3681438"/>
                </a:lnTo>
                <a:cubicBezTo>
                  <a:pt x="419626" y="3681438"/>
                  <a:pt x="0" y="3261812"/>
                  <a:pt x="0" y="2744178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D005D8A-0870-CF63-98B0-445C601449E7}"/>
              </a:ext>
            </a:extLst>
          </p:cNvPr>
          <p:cNvSpPr/>
          <p:nvPr userDrawn="1"/>
        </p:nvSpPr>
        <p:spPr>
          <a:xfrm>
            <a:off x="9549519" y="-100665"/>
            <a:ext cx="2157850" cy="3865308"/>
          </a:xfrm>
          <a:custGeom>
            <a:avLst/>
            <a:gdLst>
              <a:gd name="connsiteX0" fmla="*/ 0 w 2157850"/>
              <a:gd name="connsiteY0" fmla="*/ 0 h 3865308"/>
              <a:gd name="connsiteX1" fmla="*/ 2157850 w 2157850"/>
              <a:gd name="connsiteY1" fmla="*/ 0 h 3865308"/>
              <a:gd name="connsiteX2" fmla="*/ 2157849 w 2157850"/>
              <a:gd name="connsiteY2" fmla="*/ 2786383 h 3865308"/>
              <a:gd name="connsiteX3" fmla="*/ 1078924 w 2157850"/>
              <a:gd name="connsiteY3" fmla="*/ 3865308 h 3865308"/>
              <a:gd name="connsiteX4" fmla="*/ 1078925 w 2157850"/>
              <a:gd name="connsiteY4" fmla="*/ 3865307 h 3865308"/>
              <a:gd name="connsiteX5" fmla="*/ 0 w 2157850"/>
              <a:gd name="connsiteY5" fmla="*/ 2786382 h 3865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7850" h="3865308">
                <a:moveTo>
                  <a:pt x="0" y="0"/>
                </a:moveTo>
                <a:lnTo>
                  <a:pt x="2157850" y="0"/>
                </a:lnTo>
                <a:lnTo>
                  <a:pt x="2157849" y="2786383"/>
                </a:lnTo>
                <a:cubicBezTo>
                  <a:pt x="2157849" y="3382257"/>
                  <a:pt x="1674798" y="3865308"/>
                  <a:pt x="1078924" y="3865308"/>
                </a:cubicBezTo>
                <a:lnTo>
                  <a:pt x="1078925" y="3865307"/>
                </a:lnTo>
                <a:cubicBezTo>
                  <a:pt x="483051" y="3865307"/>
                  <a:pt x="0" y="3382256"/>
                  <a:pt x="0" y="2786382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D295B51-CE81-445D-5063-9C860CE8D42C}"/>
              </a:ext>
            </a:extLst>
          </p:cNvPr>
          <p:cNvSpPr/>
          <p:nvPr userDrawn="1"/>
        </p:nvSpPr>
        <p:spPr>
          <a:xfrm>
            <a:off x="9691185" y="-100665"/>
            <a:ext cx="1874520" cy="3681438"/>
          </a:xfrm>
          <a:custGeom>
            <a:avLst/>
            <a:gdLst>
              <a:gd name="connsiteX0" fmla="*/ 0 w 1874520"/>
              <a:gd name="connsiteY0" fmla="*/ 0 h 3681438"/>
              <a:gd name="connsiteX1" fmla="*/ 1874520 w 1874520"/>
              <a:gd name="connsiteY1" fmla="*/ 0 h 3681438"/>
              <a:gd name="connsiteX2" fmla="*/ 1874519 w 1874520"/>
              <a:gd name="connsiteY2" fmla="*/ 2744178 h 3681438"/>
              <a:gd name="connsiteX3" fmla="*/ 937259 w 1874520"/>
              <a:gd name="connsiteY3" fmla="*/ 3681438 h 3681438"/>
              <a:gd name="connsiteX4" fmla="*/ 937260 w 1874520"/>
              <a:gd name="connsiteY4" fmla="*/ 3681437 h 3681438"/>
              <a:gd name="connsiteX5" fmla="*/ 0 w 1874520"/>
              <a:gd name="connsiteY5" fmla="*/ 2744177 h 3681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74520" h="3681438">
                <a:moveTo>
                  <a:pt x="0" y="0"/>
                </a:moveTo>
                <a:lnTo>
                  <a:pt x="1874520" y="0"/>
                </a:lnTo>
                <a:lnTo>
                  <a:pt x="1874519" y="2744178"/>
                </a:lnTo>
                <a:cubicBezTo>
                  <a:pt x="1874519" y="3261812"/>
                  <a:pt x="1454893" y="3681438"/>
                  <a:pt x="937259" y="3681438"/>
                </a:cubicBezTo>
                <a:lnTo>
                  <a:pt x="937260" y="3681437"/>
                </a:lnTo>
                <a:cubicBezTo>
                  <a:pt x="419626" y="3681437"/>
                  <a:pt x="0" y="3261811"/>
                  <a:pt x="0" y="2744177"/>
                </a:cubicBezTo>
                <a:close/>
              </a:path>
            </a:pathLst>
          </a:cu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8E45536-73D8-D06A-6D35-1CC880972F77}"/>
              </a:ext>
            </a:extLst>
          </p:cNvPr>
          <p:cNvSpPr/>
          <p:nvPr userDrawn="1"/>
        </p:nvSpPr>
        <p:spPr>
          <a:xfrm rot="16200000">
            <a:off x="7821962" y="2042261"/>
            <a:ext cx="3494544" cy="349454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5F8964CE-A473-F515-4038-DCAE58E98AD4}"/>
              </a:ext>
            </a:extLst>
          </p:cNvPr>
          <p:cNvSpPr/>
          <p:nvPr userDrawn="1"/>
        </p:nvSpPr>
        <p:spPr>
          <a:xfrm rot="16200000">
            <a:off x="8023898" y="2244197"/>
            <a:ext cx="3090672" cy="309067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586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0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7DAFD34-8B3E-5999-6911-7AF71ADD2545}"/>
              </a:ext>
            </a:extLst>
          </p:cNvPr>
          <p:cNvSpPr/>
          <p:nvPr userDrawn="1"/>
        </p:nvSpPr>
        <p:spPr>
          <a:xfrm>
            <a:off x="1" y="0"/>
            <a:ext cx="6102349" cy="68580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53C8BA8-2082-EEAD-7670-E3C6FB475885}"/>
              </a:ext>
            </a:extLst>
          </p:cNvPr>
          <p:cNvSpPr/>
          <p:nvPr userDrawn="1"/>
        </p:nvSpPr>
        <p:spPr>
          <a:xfrm>
            <a:off x="355751" y="357199"/>
            <a:ext cx="5387912" cy="614215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FD5EC2-0037-064B-0676-7354391A9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751" y="1155700"/>
            <a:ext cx="5387912" cy="4546601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03423FED-92A2-EB7B-8F03-0ADE2B87C50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02350" y="0"/>
            <a:ext cx="6089649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028696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0F7DD41-68BA-5ED4-4C63-7E8F329A5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539494"/>
            <a:ext cx="5647944" cy="2165606"/>
          </a:xfrm>
        </p:spPr>
        <p:txBody>
          <a:bodyPr anchor="t"/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46393B-EA4C-7241-94FA-169F6C1D5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632" y="2884714"/>
            <a:ext cx="5647943" cy="3061164"/>
          </a:xfrm>
        </p:spPr>
        <p:txBody>
          <a:bodyPr/>
          <a:lstStyle>
            <a:lvl1pPr marL="2286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1pPr>
            <a:lvl2pPr marL="6858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2pPr>
            <a:lvl3pPr marL="11430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3pPr>
            <a:lvl4pPr marL="16002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4pPr>
            <a:lvl5pPr marL="211455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6CCDC84-83F6-B856-CA69-D2E450017E1B}"/>
              </a:ext>
            </a:extLst>
          </p:cNvPr>
          <p:cNvSpPr/>
          <p:nvPr userDrawn="1"/>
        </p:nvSpPr>
        <p:spPr>
          <a:xfrm>
            <a:off x="6377951" y="461519"/>
            <a:ext cx="5071099" cy="5715256"/>
          </a:xfrm>
          <a:custGeom>
            <a:avLst/>
            <a:gdLst>
              <a:gd name="connsiteX0" fmla="*/ 1737360 w 3474720"/>
              <a:gd name="connsiteY0" fmla="*/ 0 h 3739650"/>
              <a:gd name="connsiteX1" fmla="*/ 3474720 w 3474720"/>
              <a:gd name="connsiteY1" fmla="*/ 1737360 h 3739650"/>
              <a:gd name="connsiteX2" fmla="*/ 3474720 w 3474720"/>
              <a:gd name="connsiteY2" fmla="*/ 3657600 h 3739650"/>
              <a:gd name="connsiteX3" fmla="*/ 3470577 w 3474720"/>
              <a:gd name="connsiteY3" fmla="*/ 3739650 h 3739650"/>
              <a:gd name="connsiteX4" fmla="*/ 3333186 w 3474720"/>
              <a:gd name="connsiteY4" fmla="*/ 3739650 h 3739650"/>
              <a:gd name="connsiteX5" fmla="*/ 3337560 w 3474720"/>
              <a:gd name="connsiteY5" fmla="*/ 3653028 h 3739650"/>
              <a:gd name="connsiteX6" fmla="*/ 3337560 w 3474720"/>
              <a:gd name="connsiteY6" fmla="*/ 1741932 h 3739650"/>
              <a:gd name="connsiteX7" fmla="*/ 1737360 w 3474720"/>
              <a:gd name="connsiteY7" fmla="*/ 141732 h 3739650"/>
              <a:gd name="connsiteX8" fmla="*/ 137160 w 3474720"/>
              <a:gd name="connsiteY8" fmla="*/ 1741932 h 3739650"/>
              <a:gd name="connsiteX9" fmla="*/ 137160 w 3474720"/>
              <a:gd name="connsiteY9" fmla="*/ 3653028 h 3739650"/>
              <a:gd name="connsiteX10" fmla="*/ 141534 w 3474720"/>
              <a:gd name="connsiteY10" fmla="*/ 3739650 h 3739650"/>
              <a:gd name="connsiteX11" fmla="*/ 4144 w 3474720"/>
              <a:gd name="connsiteY11" fmla="*/ 3739650 h 3739650"/>
              <a:gd name="connsiteX12" fmla="*/ 0 w 3474720"/>
              <a:gd name="connsiteY12" fmla="*/ 3657600 h 3739650"/>
              <a:gd name="connsiteX13" fmla="*/ 0 w 3474720"/>
              <a:gd name="connsiteY13" fmla="*/ 1737360 h 3739650"/>
              <a:gd name="connsiteX14" fmla="*/ 1737360 w 3474720"/>
              <a:gd name="connsiteY14" fmla="*/ 0 h 3739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474720" h="3739650">
                <a:moveTo>
                  <a:pt x="1737360" y="0"/>
                </a:moveTo>
                <a:cubicBezTo>
                  <a:pt x="2696877" y="0"/>
                  <a:pt x="3474720" y="777843"/>
                  <a:pt x="3474720" y="1737360"/>
                </a:cubicBezTo>
                <a:lnTo>
                  <a:pt x="3474720" y="3657600"/>
                </a:lnTo>
                <a:lnTo>
                  <a:pt x="3470577" y="3739650"/>
                </a:lnTo>
                <a:lnTo>
                  <a:pt x="3333186" y="3739650"/>
                </a:lnTo>
                <a:lnTo>
                  <a:pt x="3337560" y="3653028"/>
                </a:lnTo>
                <a:lnTo>
                  <a:pt x="3337560" y="1741932"/>
                </a:lnTo>
                <a:cubicBezTo>
                  <a:pt x="3337560" y="858166"/>
                  <a:pt x="2621126" y="141732"/>
                  <a:pt x="1737360" y="141732"/>
                </a:cubicBezTo>
                <a:cubicBezTo>
                  <a:pt x="853594" y="141732"/>
                  <a:pt x="137160" y="858166"/>
                  <a:pt x="137160" y="1741932"/>
                </a:cubicBezTo>
                <a:lnTo>
                  <a:pt x="137160" y="3653028"/>
                </a:lnTo>
                <a:lnTo>
                  <a:pt x="141534" y="3739650"/>
                </a:lnTo>
                <a:lnTo>
                  <a:pt x="4144" y="3739650"/>
                </a:lnTo>
                <a:lnTo>
                  <a:pt x="0" y="3657600"/>
                </a:lnTo>
                <a:lnTo>
                  <a:pt x="0" y="1737360"/>
                </a:lnTo>
                <a:cubicBezTo>
                  <a:pt x="0" y="777843"/>
                  <a:pt x="777843" y="0"/>
                  <a:pt x="1737360" y="0"/>
                </a:cubicBezTo>
                <a:close/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C49C84CC-2E83-4E90-02B6-E64026D4CE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2950" y="6176964"/>
            <a:ext cx="2639568" cy="338328"/>
          </a:xfrm>
          <a:prstGeom prst="rect">
            <a:avLst/>
          </a:prstGeom>
          <a:noFill/>
        </p:spPr>
        <p:txBody>
          <a:bodyPr vert="horz" lIns="0" tIns="45720" rIns="91440" bIns="45720" rtlCol="0" anchor="ctr">
            <a:noAutofit/>
          </a:bodyPr>
          <a:lstStyle>
            <a:lvl1pPr algn="l">
              <a:defRPr sz="105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41E4088B-DD79-A278-AF3F-1749486DA1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26836" y="6176963"/>
            <a:ext cx="338328" cy="338329"/>
          </a:xfrm>
          <a:prstGeom prst="ellipse">
            <a:avLst/>
          </a:prstGeom>
          <a:noFill/>
          <a:ln w="12700"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fld id="{B776CE9F-4BD8-A748-847B-B97BB3C5BAC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8C9F96A2-B778-F360-4A81-BF3137E33E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90098" y="6176964"/>
            <a:ext cx="758952" cy="338328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>
            <a:lvl1pPr algn="r"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7F65244-9AFF-8C9D-7C80-96817E383B8B}"/>
              </a:ext>
            </a:extLst>
          </p:cNvPr>
          <p:cNvSpPr/>
          <p:nvPr userDrawn="1"/>
        </p:nvSpPr>
        <p:spPr>
          <a:xfrm>
            <a:off x="11413067" y="539496"/>
            <a:ext cx="347640" cy="338328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/>
          <a:p>
            <a:pPr lvl="0" algn="ctr"/>
            <a:endParaRPr lang="en-US" sz="12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2796643-62C8-7A51-417A-B69EB15A8748}"/>
              </a:ext>
            </a:extLst>
          </p:cNvPr>
          <p:cNvSpPr/>
          <p:nvPr userDrawn="1"/>
        </p:nvSpPr>
        <p:spPr>
          <a:xfrm>
            <a:off x="11480840" y="606136"/>
            <a:ext cx="210121" cy="20449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/>
          <a:p>
            <a:pPr lvl="0" algn="ctr"/>
            <a:endParaRPr lang="en-US" sz="12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BC1AA77-084C-DAB2-FD5B-5D12C52D4C0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577709" y="678128"/>
            <a:ext cx="4670749" cy="5498645"/>
          </a:xfrm>
          <a:custGeom>
            <a:avLst/>
            <a:gdLst>
              <a:gd name="connsiteX0" fmla="*/ 2335375 w 4670749"/>
              <a:gd name="connsiteY0" fmla="*/ 0 h 5498649"/>
              <a:gd name="connsiteX1" fmla="*/ 4670749 w 4670749"/>
              <a:gd name="connsiteY1" fmla="*/ 2445564 h 5498649"/>
              <a:gd name="connsiteX2" fmla="*/ 4670749 w 4670749"/>
              <a:gd name="connsiteY2" fmla="*/ 5366266 h 5498649"/>
              <a:gd name="connsiteX3" fmla="*/ 4664366 w 4670749"/>
              <a:gd name="connsiteY3" fmla="*/ 5498649 h 5498649"/>
              <a:gd name="connsiteX4" fmla="*/ 6384 w 4670749"/>
              <a:gd name="connsiteY4" fmla="*/ 5498649 h 5498649"/>
              <a:gd name="connsiteX5" fmla="*/ 0 w 4670749"/>
              <a:gd name="connsiteY5" fmla="*/ 5366266 h 5498649"/>
              <a:gd name="connsiteX6" fmla="*/ 0 w 4670749"/>
              <a:gd name="connsiteY6" fmla="*/ 2445564 h 5498649"/>
              <a:gd name="connsiteX7" fmla="*/ 2335375 w 4670749"/>
              <a:gd name="connsiteY7" fmla="*/ 0 h 5498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670749" h="5498649">
                <a:moveTo>
                  <a:pt x="2335375" y="0"/>
                </a:moveTo>
                <a:cubicBezTo>
                  <a:pt x="3625166" y="0"/>
                  <a:pt x="4670749" y="1094916"/>
                  <a:pt x="4670749" y="2445564"/>
                </a:cubicBezTo>
                <a:lnTo>
                  <a:pt x="4670749" y="5366266"/>
                </a:lnTo>
                <a:lnTo>
                  <a:pt x="4664366" y="5498649"/>
                </a:lnTo>
                <a:lnTo>
                  <a:pt x="6384" y="5498649"/>
                </a:lnTo>
                <a:lnTo>
                  <a:pt x="0" y="5366266"/>
                </a:lnTo>
                <a:lnTo>
                  <a:pt x="0" y="2445564"/>
                </a:lnTo>
                <a:cubicBezTo>
                  <a:pt x="0" y="1094916"/>
                  <a:pt x="1045583" y="0"/>
                  <a:pt x="2335375" y="0"/>
                </a:cubicBezTo>
                <a:close/>
              </a:path>
            </a:pathLst>
          </a:custGeom>
          <a:solidFill>
            <a:schemeClr val="accent1"/>
          </a:solidFill>
          <a:ln w="12700">
            <a:solidFill>
              <a:schemeClr val="tx1"/>
            </a:solidFill>
          </a:ln>
        </p:spPr>
        <p:txBody>
          <a:bodyPr vert="horz" wrap="square" lIns="91440" tIns="45720" rIns="91440" bIns="45720" rtlCol="0">
            <a:noAutofit/>
          </a:bodyPr>
          <a:lstStyle>
            <a:lvl1pPr marL="0" indent="0" algn="ctr">
              <a:buNone/>
              <a:defRPr lang="en-US" sz="1800" dirty="0"/>
            </a:lvl1pPr>
          </a:lstStyle>
          <a:p>
            <a:pPr marL="228600" lvl="0" indent="-228600"/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656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id="{AA50A4E3-644C-01D8-9092-98F968B4D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539496"/>
            <a:ext cx="11295888" cy="1430818"/>
          </a:xfrm>
        </p:spPr>
        <p:txBody>
          <a:bodyPr anchor="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E1AAC-83D5-49DF-1D19-3AF780429F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8056" y="2351314"/>
            <a:ext cx="5212080" cy="3424648"/>
          </a:xfrm>
        </p:spPr>
        <p:txBody>
          <a:bodyPr/>
          <a:lstStyle>
            <a:lvl1pPr marL="2286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1pPr>
            <a:lvl2pPr marL="6858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2pPr>
            <a:lvl3pPr marL="11430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3pPr>
            <a:lvl4pPr marL="16002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4pPr>
            <a:lvl5pPr marL="211455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5383E6-EAF2-263B-77AD-5CFFF848DA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31864" y="2351314"/>
            <a:ext cx="5212080" cy="3424648"/>
          </a:xfrm>
        </p:spPr>
        <p:txBody>
          <a:bodyPr/>
          <a:lstStyle>
            <a:lvl1pPr marL="2286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1pPr>
            <a:lvl2pPr marL="6858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2pPr>
            <a:lvl3pPr marL="11430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3pPr>
            <a:lvl4pPr marL="16002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4pPr>
            <a:lvl5pPr marL="211455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FB3D3116-0C8C-274D-4EE0-4A69A1B745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2950" y="6176964"/>
            <a:ext cx="2639568" cy="338328"/>
          </a:xfrm>
          <a:prstGeom prst="rect">
            <a:avLst/>
          </a:prstGeom>
          <a:noFill/>
        </p:spPr>
        <p:txBody>
          <a:bodyPr vert="horz" lIns="0" tIns="45720" rIns="91440" bIns="45720" rtlCol="0" anchor="ctr">
            <a:noAutofit/>
          </a:bodyPr>
          <a:lstStyle>
            <a:lvl1pPr algn="l">
              <a:defRPr sz="105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A876BEC-38E9-5C79-531D-A7E26500CF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26836" y="6176963"/>
            <a:ext cx="338328" cy="338329"/>
          </a:xfrm>
          <a:prstGeom prst="ellipse">
            <a:avLst/>
          </a:prstGeom>
          <a:noFill/>
          <a:ln w="12700"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fld id="{B776CE9F-4BD8-A748-847B-B97BB3C5BAC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2CABF619-7CE2-E731-E157-AC4941662F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90098" y="6176964"/>
            <a:ext cx="758952" cy="338328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>
            <a:lvl1pPr algn="r"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4D9E238-00F7-033B-1C16-5D32185987D7}"/>
              </a:ext>
            </a:extLst>
          </p:cNvPr>
          <p:cNvSpPr/>
          <p:nvPr userDrawn="1"/>
        </p:nvSpPr>
        <p:spPr>
          <a:xfrm>
            <a:off x="11413067" y="539496"/>
            <a:ext cx="347640" cy="338328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/>
          <a:p>
            <a:pPr lvl="0" algn="ctr"/>
            <a:endParaRPr lang="en-US" sz="12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44E3BC2-BAA6-66B2-C408-040233EB6A7D}"/>
              </a:ext>
            </a:extLst>
          </p:cNvPr>
          <p:cNvSpPr/>
          <p:nvPr userDrawn="1"/>
        </p:nvSpPr>
        <p:spPr>
          <a:xfrm>
            <a:off x="11480840" y="606136"/>
            <a:ext cx="210121" cy="20449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/>
          <a:p>
            <a:pPr lvl="0" algn="ctr"/>
            <a:endParaRPr lang="en-US" sz="120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68784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9">
            <a:extLst>
              <a:ext uri="{FF2B5EF4-FFF2-40B4-BE49-F238E27FC236}">
                <a16:creationId xmlns:a16="http://schemas.microsoft.com/office/drawing/2014/main" id="{E42B8F75-1DF8-D619-3C00-0677DD14B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539496"/>
            <a:ext cx="11295236" cy="1430818"/>
          </a:xfrm>
        </p:spPr>
        <p:txBody>
          <a:bodyPr anchor="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C06FB1AE-D376-49A5-971A-C323D010D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632" y="2336074"/>
            <a:ext cx="3937363" cy="3439887"/>
          </a:xfrm>
        </p:spPr>
        <p:txBody>
          <a:bodyPr/>
          <a:lstStyle>
            <a:lvl1pPr marL="2286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1pPr>
            <a:lvl2pPr marL="6858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2pPr>
            <a:lvl3pPr marL="11430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3pPr>
            <a:lvl4pPr marL="16002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4pPr>
            <a:lvl5pPr marL="211455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5F41ADF1-6CB4-DE9B-95D0-3FD96606FD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66142" y="2336074"/>
            <a:ext cx="6577149" cy="3439887"/>
          </a:xfrm>
        </p:spPr>
        <p:txBody>
          <a:bodyPr/>
          <a:lstStyle>
            <a:lvl1pPr marL="2286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1pPr>
            <a:lvl2pPr marL="6858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2pPr>
            <a:lvl3pPr marL="11430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3pPr>
            <a:lvl4pPr marL="16002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4pPr>
            <a:lvl5pPr marL="211455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08A85807-012C-732D-B2D1-383E5F6BDE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2950" y="6176964"/>
            <a:ext cx="2639568" cy="338328"/>
          </a:xfrm>
          <a:prstGeom prst="rect">
            <a:avLst/>
          </a:prstGeom>
          <a:noFill/>
        </p:spPr>
        <p:txBody>
          <a:bodyPr vert="horz" lIns="0" tIns="45720" rIns="91440" bIns="45720" rtlCol="0" anchor="ctr">
            <a:noAutofit/>
          </a:bodyPr>
          <a:lstStyle>
            <a:lvl1pPr algn="l">
              <a:defRPr sz="105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FE3D430F-9D92-F5E6-831E-F7D7FBED98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926836" y="6176963"/>
            <a:ext cx="338328" cy="338329"/>
          </a:xfrm>
          <a:prstGeom prst="ellipse">
            <a:avLst/>
          </a:prstGeom>
          <a:noFill/>
          <a:ln w="12700"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fld id="{B776CE9F-4BD8-A748-847B-B97BB3C5BAC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6636E46C-CCEF-9B83-EE69-704BCC0A3B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90098" y="6176964"/>
            <a:ext cx="758952" cy="338328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>
            <a:lvl1pPr algn="r"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7F3C090-A373-682E-F697-12E875152AF3}"/>
              </a:ext>
            </a:extLst>
          </p:cNvPr>
          <p:cNvSpPr/>
          <p:nvPr userDrawn="1"/>
        </p:nvSpPr>
        <p:spPr>
          <a:xfrm>
            <a:off x="11413067" y="539496"/>
            <a:ext cx="347640" cy="338328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/>
          <a:p>
            <a:pPr lvl="0" algn="ctr"/>
            <a:endParaRPr lang="en-US" sz="12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E208CFC-B070-287A-D412-8398A58AC718}"/>
              </a:ext>
            </a:extLst>
          </p:cNvPr>
          <p:cNvSpPr/>
          <p:nvPr userDrawn="1"/>
        </p:nvSpPr>
        <p:spPr>
          <a:xfrm>
            <a:off x="11480840" y="606136"/>
            <a:ext cx="210121" cy="20449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/>
          <a:p>
            <a:pPr lvl="0" algn="ctr"/>
            <a:endParaRPr lang="en-US" sz="120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61899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id="{349D3036-0C80-4AD3-3BC3-9C6EE7B66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539496"/>
            <a:ext cx="11312651" cy="1430818"/>
          </a:xfrm>
        </p:spPr>
        <p:txBody>
          <a:bodyPr anchor="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0066730-3720-E869-7A99-A302706F4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633" y="2336074"/>
            <a:ext cx="3907754" cy="3439886"/>
          </a:xfrm>
        </p:spPr>
        <p:txBody>
          <a:bodyPr/>
          <a:lstStyle>
            <a:lvl1pPr marL="0" indent="0">
              <a:lnSpc>
                <a:spcPct val="100000"/>
              </a:lnSpc>
              <a:buFont typeface="Courier New" panose="02070309020205020404" pitchFamily="49" charset="0"/>
              <a:buNone/>
              <a:defRPr sz="1800"/>
            </a:lvl1pPr>
            <a:lvl2pPr marL="6858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2pPr>
            <a:lvl3pPr marL="11430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3pPr>
            <a:lvl4pPr marL="16002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4pPr>
            <a:lvl5pPr marL="211455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E2CCA-57E1-3CD5-CB3A-4E88546B5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3514" y="2336074"/>
            <a:ext cx="7029778" cy="3439886"/>
          </a:xfrm>
        </p:spPr>
        <p:txBody>
          <a:bodyPr/>
          <a:lstStyle>
            <a:lvl1pPr marL="228600" indent="-228600">
              <a:buFont typeface="Courier New" panose="02070309020205020404" pitchFamily="49" charset="0"/>
              <a:buChar char="o"/>
              <a:defRPr sz="1800"/>
            </a:lvl1pPr>
            <a:lvl2pPr marL="685800" indent="-228600">
              <a:buFont typeface="Courier New" panose="02070309020205020404" pitchFamily="49" charset="0"/>
              <a:buChar char="o"/>
              <a:defRPr sz="1800"/>
            </a:lvl2pPr>
            <a:lvl3pPr marL="1143000" indent="-228600">
              <a:buFont typeface="Courier New" panose="02070309020205020404" pitchFamily="49" charset="0"/>
              <a:buChar char="o"/>
              <a:defRPr sz="1800"/>
            </a:lvl3pPr>
            <a:lvl4pPr marL="1600200" indent="-228600">
              <a:buFont typeface="Courier New" panose="02070309020205020404" pitchFamily="49" charset="0"/>
              <a:buChar char="o"/>
              <a:defRPr sz="1800"/>
            </a:lvl4pPr>
            <a:lvl5pPr marL="2114550" indent="-228600">
              <a:buFont typeface="Courier New" panose="02070309020205020404" pitchFamily="49" charset="0"/>
              <a:buChar char="o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FD94CB9C-5720-92BD-FCC1-416FF4D826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2950" y="6176964"/>
            <a:ext cx="2639568" cy="338328"/>
          </a:xfrm>
          <a:prstGeom prst="rect">
            <a:avLst/>
          </a:prstGeom>
          <a:noFill/>
        </p:spPr>
        <p:txBody>
          <a:bodyPr vert="horz" lIns="0" tIns="45720" rIns="91440" bIns="45720" rtlCol="0" anchor="ctr">
            <a:noAutofit/>
          </a:bodyPr>
          <a:lstStyle>
            <a:lvl1pPr algn="l">
              <a:defRPr sz="105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3E94C6A6-7C64-F697-386B-0F022141D2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26836" y="6176963"/>
            <a:ext cx="338328" cy="338329"/>
          </a:xfrm>
          <a:prstGeom prst="ellipse">
            <a:avLst/>
          </a:prstGeom>
          <a:noFill/>
          <a:ln w="12700"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fld id="{B776CE9F-4BD8-A748-847B-B97BB3C5BAC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BD9B339D-688D-32D9-2CB6-87EC9E016E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90098" y="6176964"/>
            <a:ext cx="758952" cy="338328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>
            <a:lvl1pPr algn="r"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4C34B41-BD58-1B57-8598-72769BB244CA}"/>
              </a:ext>
            </a:extLst>
          </p:cNvPr>
          <p:cNvSpPr/>
          <p:nvPr userDrawn="1"/>
        </p:nvSpPr>
        <p:spPr>
          <a:xfrm>
            <a:off x="11413067" y="539496"/>
            <a:ext cx="347640" cy="338328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/>
          <a:p>
            <a:pPr lvl="0" algn="ctr"/>
            <a:endParaRPr lang="en-US" sz="12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047A825-AF1A-AFB7-6E4C-50F4FDEAD513}"/>
              </a:ext>
            </a:extLst>
          </p:cNvPr>
          <p:cNvSpPr/>
          <p:nvPr userDrawn="1"/>
        </p:nvSpPr>
        <p:spPr>
          <a:xfrm>
            <a:off x="11480840" y="606136"/>
            <a:ext cx="210121" cy="20449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/>
          <a:p>
            <a:pPr lvl="0" algn="ctr"/>
            <a:endParaRPr lang="en-US" sz="120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75046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id="{349D3036-0C80-4AD3-3BC3-9C6EE7B66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539496"/>
            <a:ext cx="11295236" cy="1430818"/>
          </a:xfrm>
        </p:spPr>
        <p:txBody>
          <a:bodyPr anchor="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8C9F7D4-FF78-4949-43F9-8196BE602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2336074"/>
            <a:ext cx="11295236" cy="3439886"/>
          </a:xfrm>
        </p:spPr>
        <p:txBody>
          <a:bodyPr/>
          <a:lstStyle>
            <a:lvl1pPr marL="228600" indent="-228600">
              <a:buFont typeface="Courier New" panose="02070309020205020404" pitchFamily="49" charset="0"/>
              <a:buChar char="o"/>
              <a:defRPr sz="1800"/>
            </a:lvl1pPr>
            <a:lvl2pPr marL="685800" indent="-228600">
              <a:buFont typeface="Courier New" panose="02070309020205020404" pitchFamily="49" charset="0"/>
              <a:buChar char="o"/>
              <a:defRPr sz="1800"/>
            </a:lvl2pPr>
            <a:lvl3pPr marL="1143000" indent="-228600">
              <a:buFont typeface="Courier New" panose="02070309020205020404" pitchFamily="49" charset="0"/>
              <a:buChar char="o"/>
              <a:defRPr sz="1800"/>
            </a:lvl3pPr>
            <a:lvl4pPr marL="1600200" indent="-228600">
              <a:buFont typeface="Courier New" panose="02070309020205020404" pitchFamily="49" charset="0"/>
              <a:buChar char="o"/>
              <a:defRPr sz="1800"/>
            </a:lvl4pPr>
            <a:lvl5pPr marL="2114550" indent="-228600">
              <a:buFont typeface="Courier New" panose="02070309020205020404" pitchFamily="49" charset="0"/>
              <a:buChar char="o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20A44E95-6BA3-CFE6-A814-6E775C496A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2950" y="6176964"/>
            <a:ext cx="2639568" cy="338328"/>
          </a:xfrm>
          <a:prstGeom prst="rect">
            <a:avLst/>
          </a:prstGeom>
          <a:noFill/>
        </p:spPr>
        <p:txBody>
          <a:bodyPr vert="horz" lIns="0" tIns="45720" rIns="91440" bIns="45720" rtlCol="0" anchor="ctr">
            <a:noAutofit/>
          </a:bodyPr>
          <a:lstStyle>
            <a:lvl1pPr algn="l">
              <a:defRPr sz="105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E1508BAE-F55D-657D-0B22-B4D7A4276A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26836" y="6176963"/>
            <a:ext cx="338328" cy="338329"/>
          </a:xfrm>
          <a:prstGeom prst="ellipse">
            <a:avLst/>
          </a:prstGeom>
          <a:noFill/>
          <a:ln w="12700"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fld id="{B776CE9F-4BD8-A748-847B-B97BB3C5BAC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684C0E93-58D2-9758-23DA-D9735D2BC4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90098" y="6176964"/>
            <a:ext cx="758952" cy="338328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>
            <a:lvl1pPr algn="r"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807277D-E632-EFB0-60CE-D1B1A05CE7AA}"/>
              </a:ext>
            </a:extLst>
          </p:cNvPr>
          <p:cNvSpPr/>
          <p:nvPr userDrawn="1"/>
        </p:nvSpPr>
        <p:spPr>
          <a:xfrm>
            <a:off x="11413067" y="539496"/>
            <a:ext cx="347640" cy="338328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/>
          <a:p>
            <a:pPr lvl="0" algn="ctr"/>
            <a:endParaRPr lang="en-US" sz="12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D40FB0A-01A8-7946-3722-71B8B5DBDAA0}"/>
              </a:ext>
            </a:extLst>
          </p:cNvPr>
          <p:cNvSpPr/>
          <p:nvPr userDrawn="1"/>
        </p:nvSpPr>
        <p:spPr>
          <a:xfrm>
            <a:off x="11480840" y="606136"/>
            <a:ext cx="210121" cy="20449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/>
          <a:p>
            <a:pPr lvl="0" algn="ctr"/>
            <a:endParaRPr lang="en-US" sz="120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014199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0F7DD41-68BA-5ED4-4C63-7E8F329A5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5" y="539496"/>
            <a:ext cx="11295237" cy="1430818"/>
          </a:xfrm>
        </p:spPr>
        <p:txBody>
          <a:bodyPr anchor="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46393B-EA4C-7241-94FA-169F6C1D5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8056" y="2351314"/>
            <a:ext cx="7533566" cy="3424647"/>
          </a:xfrm>
        </p:spPr>
        <p:txBody>
          <a:bodyPr/>
          <a:lstStyle>
            <a:lvl1pPr marL="2286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1pPr>
            <a:lvl2pPr marL="6858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2pPr>
            <a:lvl3pPr marL="11430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3pPr>
            <a:lvl4pPr marL="16002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4pPr>
            <a:lvl5pPr marL="211455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4BBA64-3944-C0BE-4D5F-2745DA48BF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25771" y="2351314"/>
            <a:ext cx="3017521" cy="3424647"/>
          </a:xfrm>
        </p:spPr>
        <p:txBody>
          <a:bodyPr/>
          <a:lstStyle>
            <a:lvl1pPr marL="2286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1pPr>
            <a:lvl2pPr marL="6858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2pPr>
            <a:lvl3pPr marL="11430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3pPr>
            <a:lvl4pPr marL="160020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4pPr>
            <a:lvl5pPr marL="2114550" indent="-228600">
              <a:lnSpc>
                <a:spcPct val="100000"/>
              </a:lnSpc>
              <a:buFont typeface="Courier New" panose="02070309020205020404" pitchFamily="49" charset="0"/>
              <a:buChar char="o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E2CFE474-CD49-418F-C6AA-C3B2122F34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2950" y="6176964"/>
            <a:ext cx="2639568" cy="338328"/>
          </a:xfrm>
          <a:prstGeom prst="rect">
            <a:avLst/>
          </a:prstGeom>
          <a:noFill/>
        </p:spPr>
        <p:txBody>
          <a:bodyPr vert="horz" lIns="0" tIns="45720" rIns="91440" bIns="45720" rtlCol="0" anchor="ctr">
            <a:noAutofit/>
          </a:bodyPr>
          <a:lstStyle>
            <a:lvl1pPr algn="l">
              <a:defRPr sz="105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B721FAD-ADA4-942C-4F82-F19927F061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5926836" y="6176963"/>
            <a:ext cx="338328" cy="338329"/>
          </a:xfrm>
          <a:prstGeom prst="ellipse">
            <a:avLst/>
          </a:prstGeom>
          <a:noFill/>
          <a:ln w="12700"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fld id="{B776CE9F-4BD8-A748-847B-B97BB3C5BAC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6CDF2413-A614-052C-5C1C-DB1A0FE7A8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90098" y="6176964"/>
            <a:ext cx="758952" cy="338328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>
            <a:lvl1pPr algn="r"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EA518BD-EEB3-0925-5423-003BA3727457}"/>
              </a:ext>
            </a:extLst>
          </p:cNvPr>
          <p:cNvSpPr/>
          <p:nvPr userDrawn="1"/>
        </p:nvSpPr>
        <p:spPr>
          <a:xfrm>
            <a:off x="11413067" y="539496"/>
            <a:ext cx="347640" cy="338328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/>
          <a:p>
            <a:pPr lvl="0" algn="ctr"/>
            <a:endParaRPr lang="en-US" sz="12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FC594DB-EFD9-29BB-06AC-C734457EE1BE}"/>
              </a:ext>
            </a:extLst>
          </p:cNvPr>
          <p:cNvSpPr/>
          <p:nvPr userDrawn="1"/>
        </p:nvSpPr>
        <p:spPr>
          <a:xfrm>
            <a:off x="11480840" y="606136"/>
            <a:ext cx="210121" cy="20449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/>
          <a:p>
            <a:pPr lvl="0" algn="ctr"/>
            <a:endParaRPr lang="en-US" sz="120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467450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42636-F625-5B2A-E7CC-9D70418A2B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4551" y="754380"/>
            <a:ext cx="6342896" cy="2535177"/>
          </a:xfr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tabLst/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2BA890-FB69-E772-1383-035C2A823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4438" y="3565035"/>
            <a:ext cx="5183124" cy="2011747"/>
          </a:xfrm>
          <a:noFill/>
        </p:spPr>
        <p:txBody>
          <a:bodyPr anchor="t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Georgia Pro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8E065840-95FE-BED2-B104-471CC3A74C6A}"/>
              </a:ext>
            </a:extLst>
          </p:cNvPr>
          <p:cNvSpPr/>
          <p:nvPr userDrawn="1"/>
        </p:nvSpPr>
        <p:spPr>
          <a:xfrm rot="5400000">
            <a:off x="419012" y="-693331"/>
            <a:ext cx="1401446" cy="2513791"/>
          </a:xfrm>
          <a:custGeom>
            <a:avLst/>
            <a:gdLst>
              <a:gd name="connsiteX0" fmla="*/ 0 w 1401446"/>
              <a:gd name="connsiteY0" fmla="*/ 2513791 h 2513791"/>
              <a:gd name="connsiteX1" fmla="*/ 0 w 1401446"/>
              <a:gd name="connsiteY1" fmla="*/ 54539 h 2513791"/>
              <a:gd name="connsiteX2" fmla="*/ 105080 w 1401446"/>
              <a:gd name="connsiteY2" fmla="*/ 21920 h 2513791"/>
              <a:gd name="connsiteX3" fmla="*/ 322521 w 1401446"/>
              <a:gd name="connsiteY3" fmla="*/ 0 h 2513791"/>
              <a:gd name="connsiteX4" fmla="*/ 1401446 w 1401446"/>
              <a:gd name="connsiteY4" fmla="*/ 1078925 h 2513791"/>
              <a:gd name="connsiteX5" fmla="*/ 1401446 w 1401446"/>
              <a:gd name="connsiteY5" fmla="*/ 2513791 h 2513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01446" h="2513791">
                <a:moveTo>
                  <a:pt x="0" y="2513791"/>
                </a:moveTo>
                <a:lnTo>
                  <a:pt x="0" y="54539"/>
                </a:lnTo>
                <a:lnTo>
                  <a:pt x="105080" y="21920"/>
                </a:lnTo>
                <a:cubicBezTo>
                  <a:pt x="175315" y="7548"/>
                  <a:pt x="248037" y="0"/>
                  <a:pt x="322521" y="0"/>
                </a:cubicBezTo>
                <a:cubicBezTo>
                  <a:pt x="918395" y="0"/>
                  <a:pt x="1401446" y="483051"/>
                  <a:pt x="1401446" y="1078925"/>
                </a:cubicBezTo>
                <a:lnTo>
                  <a:pt x="1401446" y="2513791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E594094C-C13C-1BA9-3168-3B72C86B1036}"/>
              </a:ext>
            </a:extLst>
          </p:cNvPr>
          <p:cNvSpPr/>
          <p:nvPr userDrawn="1"/>
        </p:nvSpPr>
        <p:spPr>
          <a:xfrm rot="5400000">
            <a:off x="397909" y="-672228"/>
            <a:ext cx="1259782" cy="2329920"/>
          </a:xfrm>
          <a:custGeom>
            <a:avLst/>
            <a:gdLst>
              <a:gd name="connsiteX0" fmla="*/ 0 w 1259782"/>
              <a:gd name="connsiteY0" fmla="*/ 2329920 h 2329920"/>
              <a:gd name="connsiteX1" fmla="*/ 0 w 1259782"/>
              <a:gd name="connsiteY1" fmla="*/ 60523 h 2329920"/>
              <a:gd name="connsiteX2" fmla="*/ 133632 w 1259782"/>
              <a:gd name="connsiteY2" fmla="*/ 19042 h 2329920"/>
              <a:gd name="connsiteX3" fmla="*/ 322522 w 1259782"/>
              <a:gd name="connsiteY3" fmla="*/ 0 h 2329920"/>
              <a:gd name="connsiteX4" fmla="*/ 1259782 w 1259782"/>
              <a:gd name="connsiteY4" fmla="*/ 937260 h 2329920"/>
              <a:gd name="connsiteX5" fmla="*/ 1259782 w 1259782"/>
              <a:gd name="connsiteY5" fmla="*/ 2329920 h 2329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59782" h="2329920">
                <a:moveTo>
                  <a:pt x="0" y="2329920"/>
                </a:moveTo>
                <a:lnTo>
                  <a:pt x="0" y="60523"/>
                </a:lnTo>
                <a:lnTo>
                  <a:pt x="133632" y="19042"/>
                </a:lnTo>
                <a:cubicBezTo>
                  <a:pt x="194645" y="6557"/>
                  <a:pt x="257818" y="0"/>
                  <a:pt x="322522" y="0"/>
                </a:cubicBezTo>
                <a:cubicBezTo>
                  <a:pt x="840156" y="0"/>
                  <a:pt x="1259782" y="419626"/>
                  <a:pt x="1259782" y="937260"/>
                </a:cubicBezTo>
                <a:lnTo>
                  <a:pt x="1259782" y="2329920"/>
                </a:lnTo>
                <a:close/>
              </a:path>
            </a:pathLst>
          </a:cu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BD0BF3F-32DB-645E-94BC-A9E15FA5F2FB}"/>
              </a:ext>
            </a:extLst>
          </p:cNvPr>
          <p:cNvSpPr/>
          <p:nvPr userDrawn="1"/>
        </p:nvSpPr>
        <p:spPr>
          <a:xfrm rot="5400000">
            <a:off x="40810" y="1091166"/>
            <a:ext cx="2157850" cy="2513792"/>
          </a:xfrm>
          <a:custGeom>
            <a:avLst/>
            <a:gdLst>
              <a:gd name="connsiteX0" fmla="*/ 0 w 2157850"/>
              <a:gd name="connsiteY0" fmla="*/ 2513792 h 2513792"/>
              <a:gd name="connsiteX1" fmla="*/ 0 w 2157850"/>
              <a:gd name="connsiteY1" fmla="*/ 1078925 h 2513792"/>
              <a:gd name="connsiteX2" fmla="*/ 1078925 w 2157850"/>
              <a:gd name="connsiteY2" fmla="*/ 0 h 2513792"/>
              <a:gd name="connsiteX3" fmla="*/ 2157850 w 2157850"/>
              <a:gd name="connsiteY3" fmla="*/ 1078925 h 2513792"/>
              <a:gd name="connsiteX4" fmla="*/ 2157850 w 2157850"/>
              <a:gd name="connsiteY4" fmla="*/ 2513792 h 2513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7850" h="2513792">
                <a:moveTo>
                  <a:pt x="0" y="2513792"/>
                </a:moveTo>
                <a:lnTo>
                  <a:pt x="0" y="1078925"/>
                </a:lnTo>
                <a:cubicBezTo>
                  <a:pt x="0" y="483051"/>
                  <a:pt x="483051" y="0"/>
                  <a:pt x="1078925" y="0"/>
                </a:cubicBezTo>
                <a:cubicBezTo>
                  <a:pt x="1674799" y="0"/>
                  <a:pt x="2157850" y="483051"/>
                  <a:pt x="2157850" y="1078925"/>
                </a:cubicBezTo>
                <a:lnTo>
                  <a:pt x="2157850" y="2513792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A6F927F-3AF1-2680-0064-8DB1DB4E2BCE}"/>
              </a:ext>
            </a:extLst>
          </p:cNvPr>
          <p:cNvSpPr/>
          <p:nvPr userDrawn="1"/>
        </p:nvSpPr>
        <p:spPr>
          <a:xfrm rot="5400000">
            <a:off x="90540" y="1183102"/>
            <a:ext cx="1874520" cy="2329922"/>
          </a:xfrm>
          <a:custGeom>
            <a:avLst/>
            <a:gdLst>
              <a:gd name="connsiteX0" fmla="*/ 0 w 1874520"/>
              <a:gd name="connsiteY0" fmla="*/ 2329922 h 2329922"/>
              <a:gd name="connsiteX1" fmla="*/ 0 w 1874520"/>
              <a:gd name="connsiteY1" fmla="*/ 937260 h 2329922"/>
              <a:gd name="connsiteX2" fmla="*/ 937260 w 1874520"/>
              <a:gd name="connsiteY2" fmla="*/ 0 h 2329922"/>
              <a:gd name="connsiteX3" fmla="*/ 1874520 w 1874520"/>
              <a:gd name="connsiteY3" fmla="*/ 937260 h 2329922"/>
              <a:gd name="connsiteX4" fmla="*/ 1874520 w 1874520"/>
              <a:gd name="connsiteY4" fmla="*/ 2329922 h 2329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4520" h="2329922">
                <a:moveTo>
                  <a:pt x="0" y="2329922"/>
                </a:moveTo>
                <a:lnTo>
                  <a:pt x="0" y="937260"/>
                </a:lnTo>
                <a:cubicBezTo>
                  <a:pt x="0" y="419626"/>
                  <a:pt x="419626" y="0"/>
                  <a:pt x="937260" y="0"/>
                </a:cubicBezTo>
                <a:cubicBezTo>
                  <a:pt x="1454894" y="0"/>
                  <a:pt x="1874520" y="419626"/>
                  <a:pt x="1874520" y="937260"/>
                </a:cubicBezTo>
                <a:lnTo>
                  <a:pt x="1874520" y="2329922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EC6A74FB-8CFB-6ED7-F013-F8A20115E95B}"/>
              </a:ext>
            </a:extLst>
          </p:cNvPr>
          <p:cNvSpPr/>
          <p:nvPr userDrawn="1"/>
        </p:nvSpPr>
        <p:spPr>
          <a:xfrm rot="5400000">
            <a:off x="40811" y="3253864"/>
            <a:ext cx="2157850" cy="2513793"/>
          </a:xfrm>
          <a:custGeom>
            <a:avLst/>
            <a:gdLst>
              <a:gd name="connsiteX0" fmla="*/ 0 w 2157850"/>
              <a:gd name="connsiteY0" fmla="*/ 2513793 h 2513793"/>
              <a:gd name="connsiteX1" fmla="*/ 0 w 2157850"/>
              <a:gd name="connsiteY1" fmla="*/ 1078925 h 2513793"/>
              <a:gd name="connsiteX2" fmla="*/ 1078925 w 2157850"/>
              <a:gd name="connsiteY2" fmla="*/ 0 h 2513793"/>
              <a:gd name="connsiteX3" fmla="*/ 2157850 w 2157850"/>
              <a:gd name="connsiteY3" fmla="*/ 1078925 h 2513793"/>
              <a:gd name="connsiteX4" fmla="*/ 2157850 w 2157850"/>
              <a:gd name="connsiteY4" fmla="*/ 2513793 h 2513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7850" h="2513793">
                <a:moveTo>
                  <a:pt x="0" y="2513793"/>
                </a:moveTo>
                <a:lnTo>
                  <a:pt x="0" y="1078925"/>
                </a:lnTo>
                <a:cubicBezTo>
                  <a:pt x="0" y="483051"/>
                  <a:pt x="483051" y="0"/>
                  <a:pt x="1078925" y="0"/>
                </a:cubicBezTo>
                <a:cubicBezTo>
                  <a:pt x="1674799" y="0"/>
                  <a:pt x="2157850" y="483051"/>
                  <a:pt x="2157850" y="1078925"/>
                </a:cubicBezTo>
                <a:lnTo>
                  <a:pt x="2157850" y="2513793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C1E58F2-94F5-FBD0-F2F4-8247FD99B419}"/>
              </a:ext>
            </a:extLst>
          </p:cNvPr>
          <p:cNvSpPr/>
          <p:nvPr userDrawn="1"/>
        </p:nvSpPr>
        <p:spPr>
          <a:xfrm rot="5400000">
            <a:off x="90541" y="3345800"/>
            <a:ext cx="1874520" cy="2329923"/>
          </a:xfrm>
          <a:custGeom>
            <a:avLst/>
            <a:gdLst>
              <a:gd name="connsiteX0" fmla="*/ 0 w 1874520"/>
              <a:gd name="connsiteY0" fmla="*/ 2329923 h 2329923"/>
              <a:gd name="connsiteX1" fmla="*/ 0 w 1874520"/>
              <a:gd name="connsiteY1" fmla="*/ 937260 h 2329923"/>
              <a:gd name="connsiteX2" fmla="*/ 937260 w 1874520"/>
              <a:gd name="connsiteY2" fmla="*/ 0 h 2329923"/>
              <a:gd name="connsiteX3" fmla="*/ 1874520 w 1874520"/>
              <a:gd name="connsiteY3" fmla="*/ 937260 h 2329923"/>
              <a:gd name="connsiteX4" fmla="*/ 1874520 w 1874520"/>
              <a:gd name="connsiteY4" fmla="*/ 2329923 h 2329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74520" h="2329923">
                <a:moveTo>
                  <a:pt x="0" y="2329923"/>
                </a:moveTo>
                <a:lnTo>
                  <a:pt x="0" y="937260"/>
                </a:lnTo>
                <a:cubicBezTo>
                  <a:pt x="0" y="419626"/>
                  <a:pt x="419626" y="0"/>
                  <a:pt x="937260" y="0"/>
                </a:cubicBezTo>
                <a:cubicBezTo>
                  <a:pt x="1454894" y="0"/>
                  <a:pt x="1874520" y="419626"/>
                  <a:pt x="1874520" y="937260"/>
                </a:cubicBezTo>
                <a:lnTo>
                  <a:pt x="1874520" y="2329923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6A6C5A6A-1602-7B2F-E9C7-0A8D0162B007}"/>
              </a:ext>
            </a:extLst>
          </p:cNvPr>
          <p:cNvSpPr/>
          <p:nvPr userDrawn="1"/>
        </p:nvSpPr>
        <p:spPr>
          <a:xfrm rot="5400000">
            <a:off x="441311" y="5015242"/>
            <a:ext cx="1356850" cy="2513793"/>
          </a:xfrm>
          <a:custGeom>
            <a:avLst/>
            <a:gdLst>
              <a:gd name="connsiteX0" fmla="*/ 0 w 1356850"/>
              <a:gd name="connsiteY0" fmla="*/ 2513793 h 2513793"/>
              <a:gd name="connsiteX1" fmla="*/ 0 w 1356850"/>
              <a:gd name="connsiteY1" fmla="*/ 1078925 h 2513793"/>
              <a:gd name="connsiteX2" fmla="*/ 1078925 w 1356850"/>
              <a:gd name="connsiteY2" fmla="*/ 0 h 2513793"/>
              <a:gd name="connsiteX3" fmla="*/ 1296366 w 1356850"/>
              <a:gd name="connsiteY3" fmla="*/ 21920 h 2513793"/>
              <a:gd name="connsiteX4" fmla="*/ 1356850 w 1356850"/>
              <a:gd name="connsiteY4" fmla="*/ 40695 h 2513793"/>
              <a:gd name="connsiteX5" fmla="*/ 1356850 w 1356850"/>
              <a:gd name="connsiteY5" fmla="*/ 2513793 h 2513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56850" h="2513793">
                <a:moveTo>
                  <a:pt x="0" y="2513793"/>
                </a:moveTo>
                <a:lnTo>
                  <a:pt x="0" y="1078925"/>
                </a:lnTo>
                <a:cubicBezTo>
                  <a:pt x="0" y="483051"/>
                  <a:pt x="483051" y="0"/>
                  <a:pt x="1078925" y="0"/>
                </a:cubicBezTo>
                <a:cubicBezTo>
                  <a:pt x="1153410" y="0"/>
                  <a:pt x="1226131" y="7548"/>
                  <a:pt x="1296366" y="21920"/>
                </a:cubicBezTo>
                <a:lnTo>
                  <a:pt x="1356850" y="40695"/>
                </a:lnTo>
                <a:lnTo>
                  <a:pt x="1356850" y="2513793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A5050E4A-F632-0641-6CC9-C929FD0CCE99}"/>
              </a:ext>
            </a:extLst>
          </p:cNvPr>
          <p:cNvSpPr/>
          <p:nvPr userDrawn="1"/>
        </p:nvSpPr>
        <p:spPr>
          <a:xfrm rot="5400000">
            <a:off x="420209" y="5178010"/>
            <a:ext cx="1215184" cy="2329923"/>
          </a:xfrm>
          <a:custGeom>
            <a:avLst/>
            <a:gdLst>
              <a:gd name="connsiteX0" fmla="*/ 0 w 1215184"/>
              <a:gd name="connsiteY0" fmla="*/ 2329923 h 2329923"/>
              <a:gd name="connsiteX1" fmla="*/ 0 w 1215184"/>
              <a:gd name="connsiteY1" fmla="*/ 937260 h 2329923"/>
              <a:gd name="connsiteX2" fmla="*/ 937260 w 1215184"/>
              <a:gd name="connsiteY2" fmla="*/ 0 h 2329923"/>
              <a:gd name="connsiteX3" fmla="*/ 1126151 w 1215184"/>
              <a:gd name="connsiteY3" fmla="*/ 19042 h 2329923"/>
              <a:gd name="connsiteX4" fmla="*/ 1215184 w 1215184"/>
              <a:gd name="connsiteY4" fmla="*/ 46679 h 2329923"/>
              <a:gd name="connsiteX5" fmla="*/ 1215184 w 1215184"/>
              <a:gd name="connsiteY5" fmla="*/ 2329923 h 2329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5184" h="2329923">
                <a:moveTo>
                  <a:pt x="0" y="2329923"/>
                </a:moveTo>
                <a:lnTo>
                  <a:pt x="0" y="937260"/>
                </a:lnTo>
                <a:cubicBezTo>
                  <a:pt x="0" y="419626"/>
                  <a:pt x="419626" y="0"/>
                  <a:pt x="937260" y="0"/>
                </a:cubicBezTo>
                <a:cubicBezTo>
                  <a:pt x="1001965" y="0"/>
                  <a:pt x="1065137" y="6557"/>
                  <a:pt x="1126151" y="19042"/>
                </a:cubicBezTo>
                <a:lnTo>
                  <a:pt x="1215184" y="46679"/>
                </a:lnTo>
                <a:lnTo>
                  <a:pt x="1215184" y="2329923"/>
                </a:lnTo>
                <a:close/>
              </a:path>
            </a:pathLst>
          </a:cu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917ADA6-C4E9-C316-8CFB-EFD1C20D3AD4}"/>
              </a:ext>
            </a:extLst>
          </p:cNvPr>
          <p:cNvGrpSpPr/>
          <p:nvPr userDrawn="1"/>
        </p:nvGrpSpPr>
        <p:grpSpPr>
          <a:xfrm>
            <a:off x="1460974" y="1614260"/>
            <a:ext cx="1463578" cy="1463578"/>
            <a:chOff x="6132575" y="1705337"/>
            <a:chExt cx="3494544" cy="3494544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9DB3442B-C5CD-B39F-5F03-E534C2AA767D}"/>
                </a:ext>
              </a:extLst>
            </p:cNvPr>
            <p:cNvSpPr/>
            <p:nvPr userDrawn="1"/>
          </p:nvSpPr>
          <p:spPr>
            <a:xfrm>
              <a:off x="6132575" y="1705337"/>
              <a:ext cx="3494544" cy="3494544"/>
            </a:xfrm>
            <a:prstGeom prst="ellipse">
              <a:avLst/>
            </a:prstGeom>
            <a:solidFill>
              <a:schemeClr val="accent4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9B8DA441-CD35-30CC-3EC2-2C86B412249B}"/>
                </a:ext>
              </a:extLst>
            </p:cNvPr>
            <p:cNvSpPr/>
            <p:nvPr userDrawn="1"/>
          </p:nvSpPr>
          <p:spPr>
            <a:xfrm>
              <a:off x="6484955" y="2057719"/>
              <a:ext cx="2789784" cy="278978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3" name="Freeform: Shape 92">
            <a:extLst>
              <a:ext uri="{FF2B5EF4-FFF2-40B4-BE49-F238E27FC236}">
                <a16:creationId xmlns:a16="http://schemas.microsoft.com/office/drawing/2014/main" id="{BC7DDE63-00F9-BCDE-28E4-BAF22FE18F62}"/>
              </a:ext>
            </a:extLst>
          </p:cNvPr>
          <p:cNvSpPr/>
          <p:nvPr userDrawn="1"/>
        </p:nvSpPr>
        <p:spPr>
          <a:xfrm>
            <a:off x="1460974" y="-137158"/>
            <a:ext cx="1463578" cy="1052297"/>
          </a:xfrm>
          <a:custGeom>
            <a:avLst/>
            <a:gdLst>
              <a:gd name="connsiteX0" fmla="*/ 76865 w 1463578"/>
              <a:gd name="connsiteY0" fmla="*/ 0 h 1052297"/>
              <a:gd name="connsiteX1" fmla="*/ 1386714 w 1463578"/>
              <a:gd name="connsiteY1" fmla="*/ 0 h 1052297"/>
              <a:gd name="connsiteX2" fmla="*/ 1406071 w 1463578"/>
              <a:gd name="connsiteY2" fmla="*/ 35663 h 1052297"/>
              <a:gd name="connsiteX3" fmla="*/ 1463578 w 1463578"/>
              <a:gd name="connsiteY3" fmla="*/ 320508 h 1052297"/>
              <a:gd name="connsiteX4" fmla="*/ 731789 w 1463578"/>
              <a:gd name="connsiteY4" fmla="*/ 1052297 h 1052297"/>
              <a:gd name="connsiteX5" fmla="*/ 0 w 1463578"/>
              <a:gd name="connsiteY5" fmla="*/ 320508 h 1052297"/>
              <a:gd name="connsiteX6" fmla="*/ 57508 w 1463578"/>
              <a:gd name="connsiteY6" fmla="*/ 35663 h 1052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63578" h="1052297">
                <a:moveTo>
                  <a:pt x="76865" y="0"/>
                </a:moveTo>
                <a:lnTo>
                  <a:pt x="1386714" y="0"/>
                </a:lnTo>
                <a:lnTo>
                  <a:pt x="1406071" y="35663"/>
                </a:lnTo>
                <a:cubicBezTo>
                  <a:pt x="1443101" y="123213"/>
                  <a:pt x="1463578" y="219469"/>
                  <a:pt x="1463578" y="320508"/>
                </a:cubicBezTo>
                <a:cubicBezTo>
                  <a:pt x="1463578" y="724664"/>
                  <a:pt x="1135945" y="1052297"/>
                  <a:pt x="731789" y="1052297"/>
                </a:cubicBezTo>
                <a:cubicBezTo>
                  <a:pt x="327633" y="1052297"/>
                  <a:pt x="0" y="724664"/>
                  <a:pt x="0" y="320508"/>
                </a:cubicBezTo>
                <a:cubicBezTo>
                  <a:pt x="0" y="219469"/>
                  <a:pt x="20477" y="123213"/>
                  <a:pt x="57508" y="35663"/>
                </a:cubicBezTo>
                <a:close/>
              </a:path>
            </a:pathLst>
          </a:custGeom>
          <a:solidFill>
            <a:schemeClr val="accent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1" name="Freeform: Shape 90">
            <a:extLst>
              <a:ext uri="{FF2B5EF4-FFF2-40B4-BE49-F238E27FC236}">
                <a16:creationId xmlns:a16="http://schemas.microsoft.com/office/drawing/2014/main" id="{FE89CF2E-712D-A19D-7BC8-A13A88630A2C}"/>
              </a:ext>
            </a:extLst>
          </p:cNvPr>
          <p:cNvSpPr/>
          <p:nvPr userDrawn="1"/>
        </p:nvSpPr>
        <p:spPr>
          <a:xfrm>
            <a:off x="1608557" y="-137158"/>
            <a:ext cx="1168412" cy="904713"/>
          </a:xfrm>
          <a:custGeom>
            <a:avLst/>
            <a:gdLst>
              <a:gd name="connsiteX0" fmla="*/ 96448 w 1168412"/>
              <a:gd name="connsiteY0" fmla="*/ 0 h 904713"/>
              <a:gd name="connsiteX1" fmla="*/ 1071965 w 1168412"/>
              <a:gd name="connsiteY1" fmla="*/ 0 h 904713"/>
              <a:gd name="connsiteX2" fmla="*/ 1122503 w 1168412"/>
              <a:gd name="connsiteY2" fmla="*/ 93109 h 904713"/>
              <a:gd name="connsiteX3" fmla="*/ 1168412 w 1168412"/>
              <a:gd name="connsiteY3" fmla="*/ 320508 h 904713"/>
              <a:gd name="connsiteX4" fmla="*/ 584206 w 1168412"/>
              <a:gd name="connsiteY4" fmla="*/ 904713 h 904713"/>
              <a:gd name="connsiteX5" fmla="*/ 0 w 1168412"/>
              <a:gd name="connsiteY5" fmla="*/ 320508 h 904713"/>
              <a:gd name="connsiteX6" fmla="*/ 45910 w 1168412"/>
              <a:gd name="connsiteY6" fmla="*/ 93109 h 904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68412" h="904713">
                <a:moveTo>
                  <a:pt x="96448" y="0"/>
                </a:moveTo>
                <a:lnTo>
                  <a:pt x="1071965" y="0"/>
                </a:lnTo>
                <a:lnTo>
                  <a:pt x="1122503" y="93109"/>
                </a:lnTo>
                <a:cubicBezTo>
                  <a:pt x="1152065" y="163002"/>
                  <a:pt x="1168412" y="239846"/>
                  <a:pt x="1168412" y="320508"/>
                </a:cubicBezTo>
                <a:cubicBezTo>
                  <a:pt x="1168412" y="643156"/>
                  <a:pt x="906854" y="904713"/>
                  <a:pt x="584206" y="904713"/>
                </a:cubicBezTo>
                <a:cubicBezTo>
                  <a:pt x="261558" y="904713"/>
                  <a:pt x="0" y="643156"/>
                  <a:pt x="0" y="320508"/>
                </a:cubicBezTo>
                <a:cubicBezTo>
                  <a:pt x="0" y="239846"/>
                  <a:pt x="16348" y="163002"/>
                  <a:pt x="45910" y="93109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B5FF04A-0026-ACF5-DE1A-21D25F8E14E0}"/>
              </a:ext>
            </a:extLst>
          </p:cNvPr>
          <p:cNvGrpSpPr/>
          <p:nvPr userDrawn="1"/>
        </p:nvGrpSpPr>
        <p:grpSpPr>
          <a:xfrm>
            <a:off x="1460974" y="3776958"/>
            <a:ext cx="1463578" cy="1463578"/>
            <a:chOff x="6132575" y="1705337"/>
            <a:chExt cx="3494544" cy="3494544"/>
          </a:xfrm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513E8005-4979-2E58-EF0F-2884BD18E8FB}"/>
                </a:ext>
              </a:extLst>
            </p:cNvPr>
            <p:cNvSpPr/>
            <p:nvPr userDrawn="1"/>
          </p:nvSpPr>
          <p:spPr>
            <a:xfrm>
              <a:off x="6132575" y="1705337"/>
              <a:ext cx="3494544" cy="3494544"/>
            </a:xfrm>
            <a:prstGeom prst="ellipse">
              <a:avLst/>
            </a:prstGeom>
            <a:solidFill>
              <a:schemeClr val="accent4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D4F56F4D-480D-0467-9060-DD2DD7DBC507}"/>
                </a:ext>
              </a:extLst>
            </p:cNvPr>
            <p:cNvSpPr/>
            <p:nvPr userDrawn="1"/>
          </p:nvSpPr>
          <p:spPr>
            <a:xfrm>
              <a:off x="6484955" y="2057719"/>
              <a:ext cx="2789784" cy="278978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64ADFBAC-BB4D-CB9D-2854-B7BB00D0AF1D}"/>
              </a:ext>
            </a:extLst>
          </p:cNvPr>
          <p:cNvSpPr/>
          <p:nvPr userDrawn="1"/>
        </p:nvSpPr>
        <p:spPr>
          <a:xfrm>
            <a:off x="1460974" y="5943683"/>
            <a:ext cx="1463578" cy="1006880"/>
          </a:xfrm>
          <a:custGeom>
            <a:avLst/>
            <a:gdLst>
              <a:gd name="connsiteX0" fmla="*/ 731789 w 1463578"/>
              <a:gd name="connsiteY0" fmla="*/ 0 h 1006880"/>
              <a:gd name="connsiteX1" fmla="*/ 1463578 w 1463578"/>
              <a:gd name="connsiteY1" fmla="*/ 731789 h 1006880"/>
              <a:gd name="connsiteX2" fmla="*/ 1448711 w 1463578"/>
              <a:gd name="connsiteY2" fmla="*/ 879270 h 1006880"/>
              <a:gd name="connsiteX3" fmla="*/ 1409099 w 1463578"/>
              <a:gd name="connsiteY3" fmla="*/ 1006880 h 1006880"/>
              <a:gd name="connsiteX4" fmla="*/ 54480 w 1463578"/>
              <a:gd name="connsiteY4" fmla="*/ 1006880 h 1006880"/>
              <a:gd name="connsiteX5" fmla="*/ 14867 w 1463578"/>
              <a:gd name="connsiteY5" fmla="*/ 879270 h 1006880"/>
              <a:gd name="connsiteX6" fmla="*/ 0 w 1463578"/>
              <a:gd name="connsiteY6" fmla="*/ 731789 h 1006880"/>
              <a:gd name="connsiteX7" fmla="*/ 731789 w 1463578"/>
              <a:gd name="connsiteY7" fmla="*/ 0 h 1006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63578" h="1006880">
                <a:moveTo>
                  <a:pt x="731789" y="0"/>
                </a:moveTo>
                <a:cubicBezTo>
                  <a:pt x="1135945" y="0"/>
                  <a:pt x="1463578" y="327633"/>
                  <a:pt x="1463578" y="731789"/>
                </a:cubicBezTo>
                <a:cubicBezTo>
                  <a:pt x="1463578" y="782309"/>
                  <a:pt x="1458459" y="831633"/>
                  <a:pt x="1448711" y="879270"/>
                </a:cubicBezTo>
                <a:lnTo>
                  <a:pt x="1409099" y="1006880"/>
                </a:lnTo>
                <a:lnTo>
                  <a:pt x="54480" y="1006880"/>
                </a:lnTo>
                <a:lnTo>
                  <a:pt x="14867" y="879270"/>
                </a:lnTo>
                <a:cubicBezTo>
                  <a:pt x="5120" y="831633"/>
                  <a:pt x="0" y="782309"/>
                  <a:pt x="0" y="731789"/>
                </a:cubicBezTo>
                <a:cubicBezTo>
                  <a:pt x="0" y="327633"/>
                  <a:pt x="327633" y="0"/>
                  <a:pt x="731789" y="0"/>
                </a:cubicBezTo>
                <a:close/>
              </a:path>
            </a:pathLst>
          </a:custGeom>
          <a:solidFill>
            <a:schemeClr val="accent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5" name="Freeform: Shape 94">
            <a:extLst>
              <a:ext uri="{FF2B5EF4-FFF2-40B4-BE49-F238E27FC236}">
                <a16:creationId xmlns:a16="http://schemas.microsoft.com/office/drawing/2014/main" id="{226E99D2-72E9-F2AA-BEC7-9EB175EEC3F5}"/>
              </a:ext>
            </a:extLst>
          </p:cNvPr>
          <p:cNvSpPr/>
          <p:nvPr userDrawn="1"/>
        </p:nvSpPr>
        <p:spPr>
          <a:xfrm>
            <a:off x="1608557" y="6091267"/>
            <a:ext cx="1168412" cy="859296"/>
          </a:xfrm>
          <a:custGeom>
            <a:avLst/>
            <a:gdLst>
              <a:gd name="connsiteX0" fmla="*/ 584206 w 1168412"/>
              <a:gd name="connsiteY0" fmla="*/ 0 h 859296"/>
              <a:gd name="connsiteX1" fmla="*/ 1168412 w 1168412"/>
              <a:gd name="connsiteY1" fmla="*/ 584205 h 859296"/>
              <a:gd name="connsiteX2" fmla="*/ 1122503 w 1168412"/>
              <a:gd name="connsiteY2" fmla="*/ 811604 h 859296"/>
              <a:gd name="connsiteX3" fmla="*/ 1096616 w 1168412"/>
              <a:gd name="connsiteY3" fmla="*/ 859296 h 859296"/>
              <a:gd name="connsiteX4" fmla="*/ 71796 w 1168412"/>
              <a:gd name="connsiteY4" fmla="*/ 859296 h 859296"/>
              <a:gd name="connsiteX5" fmla="*/ 45910 w 1168412"/>
              <a:gd name="connsiteY5" fmla="*/ 811604 h 859296"/>
              <a:gd name="connsiteX6" fmla="*/ 0 w 1168412"/>
              <a:gd name="connsiteY6" fmla="*/ 584205 h 859296"/>
              <a:gd name="connsiteX7" fmla="*/ 584206 w 1168412"/>
              <a:gd name="connsiteY7" fmla="*/ 0 h 859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68412" h="859296">
                <a:moveTo>
                  <a:pt x="584206" y="0"/>
                </a:moveTo>
                <a:cubicBezTo>
                  <a:pt x="906854" y="0"/>
                  <a:pt x="1168412" y="261557"/>
                  <a:pt x="1168412" y="584205"/>
                </a:cubicBezTo>
                <a:cubicBezTo>
                  <a:pt x="1168412" y="664867"/>
                  <a:pt x="1152065" y="741711"/>
                  <a:pt x="1122503" y="811604"/>
                </a:cubicBezTo>
                <a:lnTo>
                  <a:pt x="1096616" y="859296"/>
                </a:lnTo>
                <a:lnTo>
                  <a:pt x="71796" y="859296"/>
                </a:lnTo>
                <a:lnTo>
                  <a:pt x="45910" y="811604"/>
                </a:lnTo>
                <a:cubicBezTo>
                  <a:pt x="16348" y="741711"/>
                  <a:pt x="0" y="664867"/>
                  <a:pt x="0" y="584205"/>
                </a:cubicBezTo>
                <a:cubicBezTo>
                  <a:pt x="0" y="261557"/>
                  <a:pt x="261558" y="0"/>
                  <a:pt x="584206" y="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99B4C011-18FF-3091-7E1E-F43B5AAA826E}"/>
              </a:ext>
            </a:extLst>
          </p:cNvPr>
          <p:cNvSpPr/>
          <p:nvPr userDrawn="1"/>
        </p:nvSpPr>
        <p:spPr>
          <a:xfrm rot="16200000" flipH="1">
            <a:off x="10371539" y="-693331"/>
            <a:ext cx="1401449" cy="2513791"/>
          </a:xfrm>
          <a:custGeom>
            <a:avLst/>
            <a:gdLst>
              <a:gd name="connsiteX0" fmla="*/ 0 w 1401449"/>
              <a:gd name="connsiteY0" fmla="*/ 54540 h 2513791"/>
              <a:gd name="connsiteX1" fmla="*/ 1 w 1401449"/>
              <a:gd name="connsiteY1" fmla="*/ 2513791 h 2513791"/>
              <a:gd name="connsiteX2" fmla="*/ 1401449 w 1401449"/>
              <a:gd name="connsiteY2" fmla="*/ 2513791 h 2513791"/>
              <a:gd name="connsiteX3" fmla="*/ 1401449 w 1401449"/>
              <a:gd name="connsiteY3" fmla="*/ 1078927 h 2513791"/>
              <a:gd name="connsiteX4" fmla="*/ 322524 w 1401449"/>
              <a:gd name="connsiteY4" fmla="*/ 0 h 2513791"/>
              <a:gd name="connsiteX5" fmla="*/ 105083 w 1401449"/>
              <a:gd name="connsiteY5" fmla="*/ 21921 h 2513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01449" h="2513791">
                <a:moveTo>
                  <a:pt x="0" y="54540"/>
                </a:moveTo>
                <a:lnTo>
                  <a:pt x="1" y="2513791"/>
                </a:lnTo>
                <a:lnTo>
                  <a:pt x="1401449" y="2513791"/>
                </a:lnTo>
                <a:lnTo>
                  <a:pt x="1401449" y="1078927"/>
                </a:lnTo>
                <a:cubicBezTo>
                  <a:pt x="1401449" y="483053"/>
                  <a:pt x="918398" y="0"/>
                  <a:pt x="322524" y="0"/>
                </a:cubicBezTo>
                <a:cubicBezTo>
                  <a:pt x="248040" y="0"/>
                  <a:pt x="175318" y="7549"/>
                  <a:pt x="105083" y="21921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7F0ED1AA-4E81-33A0-97ED-1A839FBA1BC1}"/>
              </a:ext>
            </a:extLst>
          </p:cNvPr>
          <p:cNvSpPr/>
          <p:nvPr userDrawn="1"/>
        </p:nvSpPr>
        <p:spPr>
          <a:xfrm rot="16200000" flipH="1">
            <a:off x="10534309" y="-672227"/>
            <a:ext cx="1259783" cy="2329918"/>
          </a:xfrm>
          <a:custGeom>
            <a:avLst/>
            <a:gdLst>
              <a:gd name="connsiteX0" fmla="*/ 0 w 1259783"/>
              <a:gd name="connsiteY0" fmla="*/ 60524 h 2329918"/>
              <a:gd name="connsiteX1" fmla="*/ 0 w 1259783"/>
              <a:gd name="connsiteY1" fmla="*/ 2329918 h 2329918"/>
              <a:gd name="connsiteX2" fmla="*/ 1259783 w 1259783"/>
              <a:gd name="connsiteY2" fmla="*/ 2329918 h 2329918"/>
              <a:gd name="connsiteX3" fmla="*/ 1259783 w 1259783"/>
              <a:gd name="connsiteY3" fmla="*/ 937260 h 2329918"/>
              <a:gd name="connsiteX4" fmla="*/ 322523 w 1259783"/>
              <a:gd name="connsiteY4" fmla="*/ 0 h 2329918"/>
              <a:gd name="connsiteX5" fmla="*/ 133633 w 1259783"/>
              <a:gd name="connsiteY5" fmla="*/ 19042 h 2329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59783" h="2329918">
                <a:moveTo>
                  <a:pt x="0" y="60524"/>
                </a:moveTo>
                <a:lnTo>
                  <a:pt x="0" y="2329918"/>
                </a:lnTo>
                <a:lnTo>
                  <a:pt x="1259783" y="2329918"/>
                </a:lnTo>
                <a:lnTo>
                  <a:pt x="1259783" y="937260"/>
                </a:lnTo>
                <a:cubicBezTo>
                  <a:pt x="1259783" y="419626"/>
                  <a:pt x="840157" y="0"/>
                  <a:pt x="322523" y="0"/>
                </a:cubicBezTo>
                <a:cubicBezTo>
                  <a:pt x="257819" y="0"/>
                  <a:pt x="194646" y="6557"/>
                  <a:pt x="133633" y="19042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F0ED9947-66E3-8083-7B8C-48AA4A485116}"/>
              </a:ext>
            </a:extLst>
          </p:cNvPr>
          <p:cNvSpPr/>
          <p:nvPr userDrawn="1"/>
        </p:nvSpPr>
        <p:spPr>
          <a:xfrm rot="16200000" flipH="1">
            <a:off x="9993338" y="1091169"/>
            <a:ext cx="2157850" cy="2513790"/>
          </a:xfrm>
          <a:custGeom>
            <a:avLst/>
            <a:gdLst>
              <a:gd name="connsiteX0" fmla="*/ 0 w 2157850"/>
              <a:gd name="connsiteY0" fmla="*/ 1078925 h 2513790"/>
              <a:gd name="connsiteX1" fmla="*/ 0 w 2157850"/>
              <a:gd name="connsiteY1" fmla="*/ 2513790 h 2513790"/>
              <a:gd name="connsiteX2" fmla="*/ 2157850 w 2157850"/>
              <a:gd name="connsiteY2" fmla="*/ 2513790 h 2513790"/>
              <a:gd name="connsiteX3" fmla="*/ 2157850 w 2157850"/>
              <a:gd name="connsiteY3" fmla="*/ 1078925 h 2513790"/>
              <a:gd name="connsiteX4" fmla="*/ 1078925 w 2157850"/>
              <a:gd name="connsiteY4" fmla="*/ 0 h 2513790"/>
              <a:gd name="connsiteX5" fmla="*/ 0 w 2157850"/>
              <a:gd name="connsiteY5" fmla="*/ 1078925 h 2513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7850" h="2513790">
                <a:moveTo>
                  <a:pt x="0" y="1078925"/>
                </a:moveTo>
                <a:lnTo>
                  <a:pt x="0" y="2513790"/>
                </a:lnTo>
                <a:lnTo>
                  <a:pt x="2157850" y="2513790"/>
                </a:lnTo>
                <a:lnTo>
                  <a:pt x="2157850" y="1078925"/>
                </a:lnTo>
                <a:cubicBezTo>
                  <a:pt x="2157850" y="483051"/>
                  <a:pt x="1674799" y="0"/>
                  <a:pt x="1078925" y="0"/>
                </a:cubicBezTo>
                <a:cubicBezTo>
                  <a:pt x="483051" y="0"/>
                  <a:pt x="0" y="483051"/>
                  <a:pt x="0" y="1078925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D355EFB-3511-B1BB-782C-6ECE6A7DF7F4}"/>
              </a:ext>
            </a:extLst>
          </p:cNvPr>
          <p:cNvSpPr/>
          <p:nvPr userDrawn="1"/>
        </p:nvSpPr>
        <p:spPr>
          <a:xfrm rot="16200000" flipH="1">
            <a:off x="10226938" y="1183104"/>
            <a:ext cx="1874520" cy="2329921"/>
          </a:xfrm>
          <a:custGeom>
            <a:avLst/>
            <a:gdLst>
              <a:gd name="connsiteX0" fmla="*/ 0 w 1874520"/>
              <a:gd name="connsiteY0" fmla="*/ 937261 h 2329921"/>
              <a:gd name="connsiteX1" fmla="*/ 0 w 1874520"/>
              <a:gd name="connsiteY1" fmla="*/ 2329921 h 2329921"/>
              <a:gd name="connsiteX2" fmla="*/ 1874520 w 1874520"/>
              <a:gd name="connsiteY2" fmla="*/ 2329921 h 2329921"/>
              <a:gd name="connsiteX3" fmla="*/ 1874520 w 1874520"/>
              <a:gd name="connsiteY3" fmla="*/ 937261 h 2329921"/>
              <a:gd name="connsiteX4" fmla="*/ 937260 w 1874520"/>
              <a:gd name="connsiteY4" fmla="*/ 0 h 2329921"/>
              <a:gd name="connsiteX5" fmla="*/ 0 w 1874520"/>
              <a:gd name="connsiteY5" fmla="*/ 937261 h 2329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74520" h="2329921">
                <a:moveTo>
                  <a:pt x="0" y="937261"/>
                </a:moveTo>
                <a:lnTo>
                  <a:pt x="0" y="2329921"/>
                </a:lnTo>
                <a:lnTo>
                  <a:pt x="1874520" y="2329921"/>
                </a:lnTo>
                <a:lnTo>
                  <a:pt x="1874520" y="937261"/>
                </a:lnTo>
                <a:cubicBezTo>
                  <a:pt x="1874520" y="419627"/>
                  <a:pt x="1454894" y="0"/>
                  <a:pt x="937260" y="0"/>
                </a:cubicBezTo>
                <a:cubicBezTo>
                  <a:pt x="419626" y="0"/>
                  <a:pt x="0" y="419627"/>
                  <a:pt x="0" y="937261"/>
                </a:cubicBezTo>
                <a:close/>
              </a:path>
            </a:pathLst>
          </a:cu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764A9EB9-C9BD-733F-594A-958DCDC7E74A}"/>
              </a:ext>
            </a:extLst>
          </p:cNvPr>
          <p:cNvSpPr/>
          <p:nvPr userDrawn="1"/>
        </p:nvSpPr>
        <p:spPr>
          <a:xfrm rot="16200000" flipH="1">
            <a:off x="9993337" y="3253867"/>
            <a:ext cx="2157850" cy="2513791"/>
          </a:xfrm>
          <a:custGeom>
            <a:avLst/>
            <a:gdLst>
              <a:gd name="connsiteX0" fmla="*/ 0 w 2157850"/>
              <a:gd name="connsiteY0" fmla="*/ 1078925 h 2513791"/>
              <a:gd name="connsiteX1" fmla="*/ 0 w 2157850"/>
              <a:gd name="connsiteY1" fmla="*/ 2513791 h 2513791"/>
              <a:gd name="connsiteX2" fmla="*/ 2157849 w 2157850"/>
              <a:gd name="connsiteY2" fmla="*/ 2513791 h 2513791"/>
              <a:gd name="connsiteX3" fmla="*/ 2157850 w 2157850"/>
              <a:gd name="connsiteY3" fmla="*/ 1078925 h 2513791"/>
              <a:gd name="connsiteX4" fmla="*/ 1078925 w 2157850"/>
              <a:gd name="connsiteY4" fmla="*/ 0 h 2513791"/>
              <a:gd name="connsiteX5" fmla="*/ 0 w 2157850"/>
              <a:gd name="connsiteY5" fmla="*/ 1078925 h 2513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7850" h="2513791">
                <a:moveTo>
                  <a:pt x="0" y="1078925"/>
                </a:moveTo>
                <a:lnTo>
                  <a:pt x="0" y="2513791"/>
                </a:lnTo>
                <a:lnTo>
                  <a:pt x="2157849" y="2513791"/>
                </a:lnTo>
                <a:lnTo>
                  <a:pt x="2157850" y="1078925"/>
                </a:lnTo>
                <a:cubicBezTo>
                  <a:pt x="2157850" y="483051"/>
                  <a:pt x="1674799" y="0"/>
                  <a:pt x="1078925" y="0"/>
                </a:cubicBezTo>
                <a:cubicBezTo>
                  <a:pt x="483051" y="0"/>
                  <a:pt x="0" y="483051"/>
                  <a:pt x="0" y="1078925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E55F5709-B4D2-CF3D-86F7-86AA187699F2}"/>
              </a:ext>
            </a:extLst>
          </p:cNvPr>
          <p:cNvSpPr/>
          <p:nvPr userDrawn="1"/>
        </p:nvSpPr>
        <p:spPr>
          <a:xfrm rot="16200000" flipH="1">
            <a:off x="10226939" y="3345802"/>
            <a:ext cx="1874520" cy="2329920"/>
          </a:xfrm>
          <a:custGeom>
            <a:avLst/>
            <a:gdLst>
              <a:gd name="connsiteX0" fmla="*/ 0 w 1874520"/>
              <a:gd name="connsiteY0" fmla="*/ 937260 h 2329920"/>
              <a:gd name="connsiteX1" fmla="*/ 0 w 1874520"/>
              <a:gd name="connsiteY1" fmla="*/ 2329920 h 2329920"/>
              <a:gd name="connsiteX2" fmla="*/ 1874519 w 1874520"/>
              <a:gd name="connsiteY2" fmla="*/ 2329919 h 2329920"/>
              <a:gd name="connsiteX3" fmla="*/ 1874520 w 1874520"/>
              <a:gd name="connsiteY3" fmla="*/ 937259 h 2329920"/>
              <a:gd name="connsiteX4" fmla="*/ 937260 w 1874520"/>
              <a:gd name="connsiteY4" fmla="*/ 0 h 2329920"/>
              <a:gd name="connsiteX5" fmla="*/ 0 w 1874520"/>
              <a:gd name="connsiteY5" fmla="*/ 937260 h 2329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74520" h="2329920">
                <a:moveTo>
                  <a:pt x="0" y="937260"/>
                </a:moveTo>
                <a:lnTo>
                  <a:pt x="0" y="2329920"/>
                </a:lnTo>
                <a:lnTo>
                  <a:pt x="1874519" y="2329919"/>
                </a:lnTo>
                <a:lnTo>
                  <a:pt x="1874520" y="937259"/>
                </a:lnTo>
                <a:cubicBezTo>
                  <a:pt x="1874520" y="419625"/>
                  <a:pt x="1454894" y="0"/>
                  <a:pt x="937260" y="0"/>
                </a:cubicBezTo>
                <a:cubicBezTo>
                  <a:pt x="419626" y="0"/>
                  <a:pt x="0" y="419626"/>
                  <a:pt x="0" y="937260"/>
                </a:cubicBezTo>
                <a:close/>
              </a:path>
            </a:pathLst>
          </a:custGeom>
          <a:solidFill>
            <a:schemeClr val="accent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9" name="Freeform: Shape 108">
            <a:extLst>
              <a:ext uri="{FF2B5EF4-FFF2-40B4-BE49-F238E27FC236}">
                <a16:creationId xmlns:a16="http://schemas.microsoft.com/office/drawing/2014/main" id="{D6245E6D-B8CB-238D-FD66-7077B9BC9013}"/>
              </a:ext>
            </a:extLst>
          </p:cNvPr>
          <p:cNvSpPr/>
          <p:nvPr userDrawn="1"/>
        </p:nvSpPr>
        <p:spPr>
          <a:xfrm rot="16200000" flipH="1">
            <a:off x="10393838" y="5015243"/>
            <a:ext cx="1356848" cy="2513793"/>
          </a:xfrm>
          <a:custGeom>
            <a:avLst/>
            <a:gdLst>
              <a:gd name="connsiteX0" fmla="*/ 0 w 1356848"/>
              <a:gd name="connsiteY0" fmla="*/ 1078927 h 2513793"/>
              <a:gd name="connsiteX1" fmla="*/ 0 w 1356848"/>
              <a:gd name="connsiteY1" fmla="*/ 2513793 h 2513793"/>
              <a:gd name="connsiteX2" fmla="*/ 1356848 w 1356848"/>
              <a:gd name="connsiteY2" fmla="*/ 2513793 h 2513793"/>
              <a:gd name="connsiteX3" fmla="*/ 1356848 w 1356848"/>
              <a:gd name="connsiteY3" fmla="*/ 40696 h 2513793"/>
              <a:gd name="connsiteX4" fmla="*/ 1296366 w 1356848"/>
              <a:gd name="connsiteY4" fmla="*/ 21921 h 2513793"/>
              <a:gd name="connsiteX5" fmla="*/ 1078925 w 1356848"/>
              <a:gd name="connsiteY5" fmla="*/ 0 h 2513793"/>
              <a:gd name="connsiteX6" fmla="*/ 0 w 1356848"/>
              <a:gd name="connsiteY6" fmla="*/ 1078927 h 2513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56848" h="2513793">
                <a:moveTo>
                  <a:pt x="0" y="1078927"/>
                </a:moveTo>
                <a:lnTo>
                  <a:pt x="0" y="2513793"/>
                </a:lnTo>
                <a:lnTo>
                  <a:pt x="1356848" y="2513793"/>
                </a:lnTo>
                <a:lnTo>
                  <a:pt x="1356848" y="40696"/>
                </a:lnTo>
                <a:lnTo>
                  <a:pt x="1296366" y="21921"/>
                </a:lnTo>
                <a:cubicBezTo>
                  <a:pt x="1226131" y="7549"/>
                  <a:pt x="1153410" y="0"/>
                  <a:pt x="1078925" y="0"/>
                </a:cubicBezTo>
                <a:cubicBezTo>
                  <a:pt x="483051" y="0"/>
                  <a:pt x="0" y="483053"/>
                  <a:pt x="0" y="1078927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7" name="Freeform: Shape 106">
            <a:extLst>
              <a:ext uri="{FF2B5EF4-FFF2-40B4-BE49-F238E27FC236}">
                <a16:creationId xmlns:a16="http://schemas.microsoft.com/office/drawing/2014/main" id="{CDFC1442-767E-8FA4-7EEA-671CF670863C}"/>
              </a:ext>
            </a:extLst>
          </p:cNvPr>
          <p:cNvSpPr/>
          <p:nvPr userDrawn="1"/>
        </p:nvSpPr>
        <p:spPr>
          <a:xfrm rot="16200000" flipH="1">
            <a:off x="10556608" y="5178011"/>
            <a:ext cx="1215183" cy="2329920"/>
          </a:xfrm>
          <a:custGeom>
            <a:avLst/>
            <a:gdLst>
              <a:gd name="connsiteX0" fmla="*/ 0 w 1215183"/>
              <a:gd name="connsiteY0" fmla="*/ 937260 h 2329920"/>
              <a:gd name="connsiteX1" fmla="*/ 0 w 1215183"/>
              <a:gd name="connsiteY1" fmla="*/ 2329920 h 2329920"/>
              <a:gd name="connsiteX2" fmla="*/ 1215183 w 1215183"/>
              <a:gd name="connsiteY2" fmla="*/ 2329920 h 2329920"/>
              <a:gd name="connsiteX3" fmla="*/ 1215183 w 1215183"/>
              <a:gd name="connsiteY3" fmla="*/ 46679 h 2329920"/>
              <a:gd name="connsiteX4" fmla="*/ 1126151 w 1215183"/>
              <a:gd name="connsiteY4" fmla="*/ 19042 h 2329920"/>
              <a:gd name="connsiteX5" fmla="*/ 937260 w 1215183"/>
              <a:gd name="connsiteY5" fmla="*/ 0 h 2329920"/>
              <a:gd name="connsiteX6" fmla="*/ 0 w 1215183"/>
              <a:gd name="connsiteY6" fmla="*/ 937260 h 2329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5183" h="2329920">
                <a:moveTo>
                  <a:pt x="0" y="937260"/>
                </a:moveTo>
                <a:lnTo>
                  <a:pt x="0" y="2329920"/>
                </a:lnTo>
                <a:lnTo>
                  <a:pt x="1215183" y="2329920"/>
                </a:lnTo>
                <a:lnTo>
                  <a:pt x="1215183" y="46679"/>
                </a:lnTo>
                <a:lnTo>
                  <a:pt x="1126151" y="19042"/>
                </a:lnTo>
                <a:cubicBezTo>
                  <a:pt x="1065137" y="6557"/>
                  <a:pt x="1001965" y="0"/>
                  <a:pt x="937260" y="0"/>
                </a:cubicBezTo>
                <a:cubicBezTo>
                  <a:pt x="419626" y="0"/>
                  <a:pt x="0" y="419626"/>
                  <a:pt x="0" y="937260"/>
                </a:cubicBezTo>
                <a:close/>
              </a:path>
            </a:pathLst>
          </a:cu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EEFE600-B9F6-8876-7B8C-6D397E09C82F}"/>
              </a:ext>
            </a:extLst>
          </p:cNvPr>
          <p:cNvGrpSpPr/>
          <p:nvPr userDrawn="1"/>
        </p:nvGrpSpPr>
        <p:grpSpPr>
          <a:xfrm flipH="1">
            <a:off x="9267448" y="1614261"/>
            <a:ext cx="1463578" cy="1463578"/>
            <a:chOff x="6132575" y="1705337"/>
            <a:chExt cx="3494544" cy="3494544"/>
          </a:xfrm>
        </p:grpSpPr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1F18B9DF-7E96-76E8-4D65-82681A02E014}"/>
                </a:ext>
              </a:extLst>
            </p:cNvPr>
            <p:cNvSpPr/>
            <p:nvPr userDrawn="1"/>
          </p:nvSpPr>
          <p:spPr>
            <a:xfrm>
              <a:off x="6132575" y="1705337"/>
              <a:ext cx="3494544" cy="3494544"/>
            </a:xfrm>
            <a:prstGeom prst="ellipse">
              <a:avLst/>
            </a:prstGeom>
            <a:solidFill>
              <a:schemeClr val="accent4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412355F4-A949-F09C-38B7-B63738D70A9D}"/>
                </a:ext>
              </a:extLst>
            </p:cNvPr>
            <p:cNvSpPr/>
            <p:nvPr userDrawn="1"/>
          </p:nvSpPr>
          <p:spPr>
            <a:xfrm>
              <a:off x="6484955" y="2057719"/>
              <a:ext cx="2789784" cy="278978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B358B5C6-C6B2-9398-711A-07C8BD3E0414}"/>
              </a:ext>
            </a:extLst>
          </p:cNvPr>
          <p:cNvSpPr/>
          <p:nvPr userDrawn="1"/>
        </p:nvSpPr>
        <p:spPr>
          <a:xfrm flipH="1">
            <a:off x="9267448" y="-137159"/>
            <a:ext cx="1463578" cy="1052298"/>
          </a:xfrm>
          <a:custGeom>
            <a:avLst/>
            <a:gdLst>
              <a:gd name="connsiteX0" fmla="*/ 1386713 w 1463578"/>
              <a:gd name="connsiteY0" fmla="*/ 0 h 1052298"/>
              <a:gd name="connsiteX1" fmla="*/ 76865 w 1463578"/>
              <a:gd name="connsiteY1" fmla="*/ 0 h 1052298"/>
              <a:gd name="connsiteX2" fmla="*/ 57508 w 1463578"/>
              <a:gd name="connsiteY2" fmla="*/ 35664 h 1052298"/>
              <a:gd name="connsiteX3" fmla="*/ 0 w 1463578"/>
              <a:gd name="connsiteY3" fmla="*/ 320509 h 1052298"/>
              <a:gd name="connsiteX4" fmla="*/ 731789 w 1463578"/>
              <a:gd name="connsiteY4" fmla="*/ 1052298 h 1052298"/>
              <a:gd name="connsiteX5" fmla="*/ 1463578 w 1463578"/>
              <a:gd name="connsiteY5" fmla="*/ 320509 h 1052298"/>
              <a:gd name="connsiteX6" fmla="*/ 1406070 w 1463578"/>
              <a:gd name="connsiteY6" fmla="*/ 35664 h 105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63578" h="1052298">
                <a:moveTo>
                  <a:pt x="1386713" y="0"/>
                </a:moveTo>
                <a:lnTo>
                  <a:pt x="76865" y="0"/>
                </a:lnTo>
                <a:lnTo>
                  <a:pt x="57508" y="35664"/>
                </a:lnTo>
                <a:cubicBezTo>
                  <a:pt x="20477" y="123214"/>
                  <a:pt x="0" y="219470"/>
                  <a:pt x="0" y="320509"/>
                </a:cubicBezTo>
                <a:cubicBezTo>
                  <a:pt x="0" y="724665"/>
                  <a:pt x="327633" y="1052298"/>
                  <a:pt x="731789" y="1052298"/>
                </a:cubicBezTo>
                <a:cubicBezTo>
                  <a:pt x="1135945" y="1052298"/>
                  <a:pt x="1463578" y="724665"/>
                  <a:pt x="1463578" y="320509"/>
                </a:cubicBezTo>
                <a:cubicBezTo>
                  <a:pt x="1463578" y="219470"/>
                  <a:pt x="1443101" y="123214"/>
                  <a:pt x="1406070" y="35664"/>
                </a:cubicBezTo>
                <a:close/>
              </a:path>
            </a:pathLst>
          </a:custGeom>
          <a:solidFill>
            <a:schemeClr val="accent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259AA91B-283A-B7C1-267E-FB04D147A0FF}"/>
              </a:ext>
            </a:extLst>
          </p:cNvPr>
          <p:cNvSpPr/>
          <p:nvPr userDrawn="1"/>
        </p:nvSpPr>
        <p:spPr>
          <a:xfrm flipH="1">
            <a:off x="9415031" y="-137159"/>
            <a:ext cx="1168412" cy="904714"/>
          </a:xfrm>
          <a:custGeom>
            <a:avLst/>
            <a:gdLst>
              <a:gd name="connsiteX0" fmla="*/ 1071964 w 1168412"/>
              <a:gd name="connsiteY0" fmla="*/ 0 h 904714"/>
              <a:gd name="connsiteX1" fmla="*/ 96448 w 1168412"/>
              <a:gd name="connsiteY1" fmla="*/ 0 h 904714"/>
              <a:gd name="connsiteX2" fmla="*/ 45910 w 1168412"/>
              <a:gd name="connsiteY2" fmla="*/ 93110 h 904714"/>
              <a:gd name="connsiteX3" fmla="*/ 0 w 1168412"/>
              <a:gd name="connsiteY3" fmla="*/ 320509 h 904714"/>
              <a:gd name="connsiteX4" fmla="*/ 584206 w 1168412"/>
              <a:gd name="connsiteY4" fmla="*/ 904714 h 904714"/>
              <a:gd name="connsiteX5" fmla="*/ 1168412 w 1168412"/>
              <a:gd name="connsiteY5" fmla="*/ 320509 h 904714"/>
              <a:gd name="connsiteX6" fmla="*/ 1122502 w 1168412"/>
              <a:gd name="connsiteY6" fmla="*/ 93110 h 904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68412" h="904714">
                <a:moveTo>
                  <a:pt x="1071964" y="0"/>
                </a:moveTo>
                <a:lnTo>
                  <a:pt x="96448" y="0"/>
                </a:lnTo>
                <a:lnTo>
                  <a:pt x="45910" y="93110"/>
                </a:lnTo>
                <a:cubicBezTo>
                  <a:pt x="16347" y="163003"/>
                  <a:pt x="0" y="239847"/>
                  <a:pt x="0" y="320509"/>
                </a:cubicBezTo>
                <a:cubicBezTo>
                  <a:pt x="0" y="643157"/>
                  <a:pt x="261558" y="904714"/>
                  <a:pt x="584206" y="904714"/>
                </a:cubicBezTo>
                <a:cubicBezTo>
                  <a:pt x="906854" y="904714"/>
                  <a:pt x="1168412" y="643157"/>
                  <a:pt x="1168412" y="320509"/>
                </a:cubicBezTo>
                <a:cubicBezTo>
                  <a:pt x="1168412" y="239847"/>
                  <a:pt x="1152065" y="163003"/>
                  <a:pt x="1122502" y="9311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ABF087B6-5AEA-5FEA-3A76-7408DBF87348}"/>
              </a:ext>
            </a:extLst>
          </p:cNvPr>
          <p:cNvGrpSpPr/>
          <p:nvPr userDrawn="1"/>
        </p:nvGrpSpPr>
        <p:grpSpPr>
          <a:xfrm flipH="1">
            <a:off x="9267448" y="3776959"/>
            <a:ext cx="1463578" cy="1463578"/>
            <a:chOff x="6132575" y="1705337"/>
            <a:chExt cx="3494544" cy="3494544"/>
          </a:xfrm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39BF98F9-6B40-A3A7-99A5-2ADF8305690D}"/>
                </a:ext>
              </a:extLst>
            </p:cNvPr>
            <p:cNvSpPr/>
            <p:nvPr userDrawn="1"/>
          </p:nvSpPr>
          <p:spPr>
            <a:xfrm>
              <a:off x="6132575" y="1705337"/>
              <a:ext cx="3494544" cy="3494544"/>
            </a:xfrm>
            <a:prstGeom prst="ellipse">
              <a:avLst/>
            </a:prstGeom>
            <a:solidFill>
              <a:schemeClr val="accent4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382810DB-C073-FCC3-EB88-EE9AFAE296D4}"/>
                </a:ext>
              </a:extLst>
            </p:cNvPr>
            <p:cNvSpPr/>
            <p:nvPr userDrawn="1"/>
          </p:nvSpPr>
          <p:spPr>
            <a:xfrm>
              <a:off x="6484955" y="2057719"/>
              <a:ext cx="2789784" cy="278978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5" name="Freeform: Shape 104">
            <a:extLst>
              <a:ext uri="{FF2B5EF4-FFF2-40B4-BE49-F238E27FC236}">
                <a16:creationId xmlns:a16="http://schemas.microsoft.com/office/drawing/2014/main" id="{91D6584D-4941-51FC-165D-BA49B5929947}"/>
              </a:ext>
            </a:extLst>
          </p:cNvPr>
          <p:cNvSpPr/>
          <p:nvPr userDrawn="1"/>
        </p:nvSpPr>
        <p:spPr>
          <a:xfrm flipH="1">
            <a:off x="9267448" y="5943685"/>
            <a:ext cx="1463578" cy="1006879"/>
          </a:xfrm>
          <a:custGeom>
            <a:avLst/>
            <a:gdLst>
              <a:gd name="connsiteX0" fmla="*/ 731789 w 1463578"/>
              <a:gd name="connsiteY0" fmla="*/ 0 h 1006879"/>
              <a:gd name="connsiteX1" fmla="*/ 0 w 1463578"/>
              <a:gd name="connsiteY1" fmla="*/ 731789 h 1006879"/>
              <a:gd name="connsiteX2" fmla="*/ 14867 w 1463578"/>
              <a:gd name="connsiteY2" fmla="*/ 879270 h 1006879"/>
              <a:gd name="connsiteX3" fmla="*/ 54479 w 1463578"/>
              <a:gd name="connsiteY3" fmla="*/ 1006879 h 1006879"/>
              <a:gd name="connsiteX4" fmla="*/ 1409099 w 1463578"/>
              <a:gd name="connsiteY4" fmla="*/ 1006879 h 1006879"/>
              <a:gd name="connsiteX5" fmla="*/ 1448711 w 1463578"/>
              <a:gd name="connsiteY5" fmla="*/ 879270 h 1006879"/>
              <a:gd name="connsiteX6" fmla="*/ 1463578 w 1463578"/>
              <a:gd name="connsiteY6" fmla="*/ 731789 h 1006879"/>
              <a:gd name="connsiteX7" fmla="*/ 731789 w 1463578"/>
              <a:gd name="connsiteY7" fmla="*/ 0 h 1006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63578" h="1006879">
                <a:moveTo>
                  <a:pt x="731789" y="0"/>
                </a:moveTo>
                <a:cubicBezTo>
                  <a:pt x="327633" y="0"/>
                  <a:pt x="0" y="327633"/>
                  <a:pt x="0" y="731789"/>
                </a:cubicBezTo>
                <a:cubicBezTo>
                  <a:pt x="0" y="782309"/>
                  <a:pt x="5119" y="831633"/>
                  <a:pt x="14867" y="879270"/>
                </a:cubicBezTo>
                <a:lnTo>
                  <a:pt x="54479" y="1006879"/>
                </a:lnTo>
                <a:lnTo>
                  <a:pt x="1409099" y="1006879"/>
                </a:lnTo>
                <a:lnTo>
                  <a:pt x="1448711" y="879270"/>
                </a:lnTo>
                <a:cubicBezTo>
                  <a:pt x="1458459" y="831633"/>
                  <a:pt x="1463578" y="782309"/>
                  <a:pt x="1463578" y="731789"/>
                </a:cubicBezTo>
                <a:cubicBezTo>
                  <a:pt x="1463578" y="327633"/>
                  <a:pt x="1135945" y="0"/>
                  <a:pt x="731789" y="0"/>
                </a:cubicBezTo>
                <a:close/>
              </a:path>
            </a:pathLst>
          </a:custGeom>
          <a:solidFill>
            <a:schemeClr val="accent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3" name="Freeform: Shape 102">
            <a:extLst>
              <a:ext uri="{FF2B5EF4-FFF2-40B4-BE49-F238E27FC236}">
                <a16:creationId xmlns:a16="http://schemas.microsoft.com/office/drawing/2014/main" id="{A98F5D52-AAB3-C062-E9E1-B619845DF7A3}"/>
              </a:ext>
            </a:extLst>
          </p:cNvPr>
          <p:cNvSpPr/>
          <p:nvPr userDrawn="1"/>
        </p:nvSpPr>
        <p:spPr>
          <a:xfrm flipH="1">
            <a:off x="9415031" y="6091269"/>
            <a:ext cx="1168412" cy="859295"/>
          </a:xfrm>
          <a:custGeom>
            <a:avLst/>
            <a:gdLst>
              <a:gd name="connsiteX0" fmla="*/ 584206 w 1168412"/>
              <a:gd name="connsiteY0" fmla="*/ 0 h 859295"/>
              <a:gd name="connsiteX1" fmla="*/ 0 w 1168412"/>
              <a:gd name="connsiteY1" fmla="*/ 584205 h 859295"/>
              <a:gd name="connsiteX2" fmla="*/ 45910 w 1168412"/>
              <a:gd name="connsiteY2" fmla="*/ 811604 h 859295"/>
              <a:gd name="connsiteX3" fmla="*/ 71795 w 1168412"/>
              <a:gd name="connsiteY3" fmla="*/ 859295 h 859295"/>
              <a:gd name="connsiteX4" fmla="*/ 1096616 w 1168412"/>
              <a:gd name="connsiteY4" fmla="*/ 859295 h 859295"/>
              <a:gd name="connsiteX5" fmla="*/ 1122502 w 1168412"/>
              <a:gd name="connsiteY5" fmla="*/ 811604 h 859295"/>
              <a:gd name="connsiteX6" fmla="*/ 1168412 w 1168412"/>
              <a:gd name="connsiteY6" fmla="*/ 584205 h 859295"/>
              <a:gd name="connsiteX7" fmla="*/ 584206 w 1168412"/>
              <a:gd name="connsiteY7" fmla="*/ 0 h 859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68412" h="859295">
                <a:moveTo>
                  <a:pt x="584206" y="0"/>
                </a:moveTo>
                <a:cubicBezTo>
                  <a:pt x="261558" y="0"/>
                  <a:pt x="0" y="261557"/>
                  <a:pt x="0" y="584205"/>
                </a:cubicBezTo>
                <a:cubicBezTo>
                  <a:pt x="0" y="664867"/>
                  <a:pt x="16347" y="741711"/>
                  <a:pt x="45910" y="811604"/>
                </a:cubicBezTo>
                <a:lnTo>
                  <a:pt x="71795" y="859295"/>
                </a:lnTo>
                <a:lnTo>
                  <a:pt x="1096616" y="859295"/>
                </a:lnTo>
                <a:lnTo>
                  <a:pt x="1122502" y="811604"/>
                </a:lnTo>
                <a:cubicBezTo>
                  <a:pt x="1152065" y="741711"/>
                  <a:pt x="1168412" y="664867"/>
                  <a:pt x="1168412" y="584205"/>
                </a:cubicBezTo>
                <a:cubicBezTo>
                  <a:pt x="1168412" y="261557"/>
                  <a:pt x="906854" y="0"/>
                  <a:pt x="584206" y="0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290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E3E706-5D5F-97F2-1290-CD23D05AE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539496"/>
            <a:ext cx="11000232" cy="7132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40C735-6DC7-2177-435E-56719940AE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DD796EB-0966-0C64-68CF-F47F347EA7AD}"/>
              </a:ext>
            </a:extLst>
          </p:cNvPr>
          <p:cNvSpPr/>
          <p:nvPr userDrawn="1"/>
        </p:nvSpPr>
        <p:spPr>
          <a:xfrm>
            <a:off x="431292" y="6176964"/>
            <a:ext cx="11329416" cy="3383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txBody>
          <a:bodyPr vert="horz" lIns="0" tIns="0" rIns="0" bIns="0" rtlCol="0" anchor="ctr">
            <a:noAutofit/>
          </a:bodyPr>
          <a:lstStyle/>
          <a:p>
            <a:pPr lvl="0" algn="ctr"/>
            <a:endParaRPr lang="en-US" sz="120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6E6FA156-B4B7-E918-D662-579517ADF1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90098" y="6176964"/>
            <a:ext cx="758952" cy="338328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>
            <a:lvl1pPr algn="r"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8DDA655-D77D-CCB0-B92E-87BD91AE74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26836" y="6176963"/>
            <a:ext cx="338328" cy="338329"/>
          </a:xfrm>
          <a:prstGeom prst="ellipse">
            <a:avLst/>
          </a:prstGeom>
          <a:noFill/>
          <a:ln w="12700">
            <a:noFill/>
          </a:ln>
        </p:spPr>
        <p:txBody>
          <a:bodyPr vert="horz" lIns="0" tIns="0" rIns="0" bIns="0" rtlCol="0" anchor="ctr">
            <a:noAutofit/>
          </a:bodyPr>
          <a:lstStyle>
            <a:lvl1pPr algn="ctr"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fld id="{B776CE9F-4BD8-A748-847B-B97BB3C5BAC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868E3E3B-215E-1CDC-FF91-CDE67EC093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2950" y="6176964"/>
            <a:ext cx="2639568" cy="338328"/>
          </a:xfrm>
          <a:prstGeom prst="rect">
            <a:avLst/>
          </a:prstGeom>
          <a:noFill/>
        </p:spPr>
        <p:txBody>
          <a:bodyPr vert="horz" lIns="0" tIns="45720" rIns="91440" bIns="45720" rtlCol="0" anchor="ctr">
            <a:noAutofit/>
          </a:bodyPr>
          <a:lstStyle>
            <a:lvl1pPr algn="l">
              <a:defRPr sz="105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690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51" r:id="rId3"/>
    <p:sldLayoutId id="2147483675" r:id="rId4"/>
    <p:sldLayoutId id="2147483660" r:id="rId5"/>
    <p:sldLayoutId id="2147483676" r:id="rId6"/>
    <p:sldLayoutId id="2147483653" r:id="rId7"/>
    <p:sldLayoutId id="2147483652" r:id="rId8"/>
    <p:sldLayoutId id="2147483671" r:id="rId9"/>
    <p:sldLayoutId id="2147483661" r:id="rId10"/>
    <p:sldLayoutId id="2147483672" r:id="rId11"/>
    <p:sldLayoutId id="2147483670" r:id="rId12"/>
    <p:sldLayoutId id="2147483668" r:id="rId13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Posterama" panose="020B0504020200020000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Georgia Pro" panose="02040502050405020303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Georgia Pro" panose="02040502050405020303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Georgia Pro" panose="02040502050405020303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Georgia Pro" panose="02040502050405020303" pitchFamily="18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Georgia Pro" panose="02040502050405020303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6E06F-847B-DA3B-16C0-4ABAD9D660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75688" y="1510442"/>
            <a:ext cx="8037576" cy="3837115"/>
          </a:xfrm>
        </p:spPr>
        <p:txBody>
          <a:bodyPr/>
          <a:lstStyle/>
          <a:p>
            <a:r>
              <a:rPr lang="en-US" dirty="0"/>
              <a:t>A gesture-controlled robotic arm</a:t>
            </a:r>
          </a:p>
        </p:txBody>
      </p:sp>
    </p:spTree>
    <p:extLst>
      <p:ext uri="{BB962C8B-B14F-4D97-AF65-F5344CB8AC3E}">
        <p14:creationId xmlns:p14="http://schemas.microsoft.com/office/powerpoint/2010/main" val="3755714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370DF-A58B-7304-45B4-1D2662601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/>
              <a:t>What is Robotic Controller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2C93A-44EA-1292-DBBF-AB3D1AAE06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631" y="1618418"/>
            <a:ext cx="5647943" cy="3181196"/>
          </a:xfrm>
        </p:spPr>
        <p:txBody>
          <a:bodyPr>
            <a:normAutofit/>
          </a:bodyPr>
          <a:lstStyle/>
          <a:p>
            <a:r>
              <a:rPr lang="en-IN" sz="2000" dirty="0"/>
              <a:t>A Robotic Controller is the “brain” of the robot. It processes inputs ( sensors, commands, gestures ) and sends control signals to motors.</a:t>
            </a:r>
          </a:p>
          <a:p>
            <a:r>
              <a:rPr lang="en-IN" sz="2000" dirty="0"/>
              <a:t>First controller is invented in 1961.</a:t>
            </a:r>
          </a:p>
          <a:p>
            <a:r>
              <a:rPr lang="en-IN" sz="2000" dirty="0"/>
              <a:t>It performs inputs and sends control signals to motor.</a:t>
            </a:r>
          </a:p>
        </p:txBody>
      </p:sp>
    </p:spTree>
    <p:extLst>
      <p:ext uri="{BB962C8B-B14F-4D97-AF65-F5344CB8AC3E}">
        <p14:creationId xmlns:p14="http://schemas.microsoft.com/office/powerpoint/2010/main" val="1024409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85D56-C3FD-014E-8768-B45EC0639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/>
              <a:t>Functions of Robotic 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EE975-3E29-948F-8B64-912A6D827A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8057" y="1618418"/>
            <a:ext cx="5647943" cy="3181196"/>
          </a:xfrm>
        </p:spPr>
        <p:txBody>
          <a:bodyPr>
            <a:normAutofit/>
          </a:bodyPr>
          <a:lstStyle/>
          <a:p>
            <a:r>
              <a:rPr lang="en-IN" sz="1800" dirty="0"/>
              <a:t>Motion Planning</a:t>
            </a:r>
          </a:p>
          <a:p>
            <a:r>
              <a:rPr lang="en-IN" sz="1800" dirty="0"/>
              <a:t>Servo motor control</a:t>
            </a:r>
          </a:p>
          <a:p>
            <a:r>
              <a:rPr lang="en-IN" sz="1800" dirty="0"/>
              <a:t>Sensor feedback</a:t>
            </a:r>
          </a:p>
          <a:p>
            <a:r>
              <a:rPr lang="en-IN" sz="1800" dirty="0"/>
              <a:t>Safety and Collision</a:t>
            </a:r>
          </a:p>
          <a:p>
            <a:r>
              <a:rPr lang="en-IN" sz="1800" dirty="0"/>
              <a:t>Communication with other systems</a:t>
            </a:r>
          </a:p>
        </p:txBody>
      </p:sp>
    </p:spTree>
    <p:extLst>
      <p:ext uri="{BB962C8B-B14F-4D97-AF65-F5344CB8AC3E}">
        <p14:creationId xmlns:p14="http://schemas.microsoft.com/office/powerpoint/2010/main" val="2588200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9918C-D0DF-C29A-CA51-31C458A76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/>
              <a:t>Types of robotic 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2E90D-0FEA-657D-C5B9-75F30CB123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632" y="2059612"/>
            <a:ext cx="5647943" cy="3181196"/>
          </a:xfrm>
        </p:spPr>
        <p:txBody>
          <a:bodyPr>
            <a:normAutofit/>
          </a:bodyPr>
          <a:lstStyle/>
          <a:p>
            <a:r>
              <a:rPr lang="en-IN" sz="1800" dirty="0"/>
              <a:t>Programmable Logical Control Based</a:t>
            </a:r>
          </a:p>
          <a:p>
            <a:r>
              <a:rPr lang="en-IN" sz="1800" dirty="0"/>
              <a:t>Micro-controller Based</a:t>
            </a:r>
          </a:p>
          <a:p>
            <a:r>
              <a:rPr lang="en-IN" sz="1800" dirty="0"/>
              <a:t>PC-based controller</a:t>
            </a:r>
          </a:p>
          <a:p>
            <a:r>
              <a:rPr lang="en-IN" sz="1800" dirty="0"/>
              <a:t>Remote based controller</a:t>
            </a:r>
          </a:p>
          <a:p>
            <a:r>
              <a:rPr lang="en-IN" sz="1800" dirty="0"/>
              <a:t>Industrial dedicated</a:t>
            </a:r>
          </a:p>
        </p:txBody>
      </p:sp>
    </p:spTree>
    <p:extLst>
      <p:ext uri="{BB962C8B-B14F-4D97-AF65-F5344CB8AC3E}">
        <p14:creationId xmlns:p14="http://schemas.microsoft.com/office/powerpoint/2010/main" val="2351572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5D46D-CD1C-4B56-0CE0-5DBB1F27A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/>
              <a:t>Popular robotic controllers in market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D8DCF-447E-50B2-18F0-E9EBAC2E3C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632" y="1754813"/>
            <a:ext cx="5647943" cy="3181196"/>
          </a:xfrm>
        </p:spPr>
        <p:txBody>
          <a:bodyPr>
            <a:normAutofit/>
          </a:bodyPr>
          <a:lstStyle/>
          <a:p>
            <a:r>
              <a:rPr lang="en-IN" sz="1800" dirty="0"/>
              <a:t>ABB IRC5 Controller</a:t>
            </a:r>
          </a:p>
          <a:p>
            <a:r>
              <a:rPr lang="en-IN" sz="1800" dirty="0"/>
              <a:t>FANUC R-30iB</a:t>
            </a:r>
          </a:p>
          <a:p>
            <a:r>
              <a:rPr lang="en-IN" sz="1800" dirty="0"/>
              <a:t>KUKA  KR C5</a:t>
            </a:r>
          </a:p>
          <a:p>
            <a:r>
              <a:rPr lang="en-IN" sz="1800" dirty="0"/>
              <a:t>Yaskwa YRC Series controller</a:t>
            </a:r>
          </a:p>
        </p:txBody>
      </p:sp>
    </p:spTree>
    <p:extLst>
      <p:ext uri="{BB962C8B-B14F-4D97-AF65-F5344CB8AC3E}">
        <p14:creationId xmlns:p14="http://schemas.microsoft.com/office/powerpoint/2010/main" val="343036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1140E-AA04-3F45-619D-75BEC4C74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/>
              <a:t>ABB IRc5 (Asea brown bovei industrial robot- 5</a:t>
            </a:r>
            <a:r>
              <a:rPr lang="en-IN" sz="2800" baseline="30000" dirty="0"/>
              <a:t>th</a:t>
            </a:r>
            <a:r>
              <a:rPr lang="en-IN" sz="2800" dirty="0"/>
              <a:t> gen)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C3A40-2161-34D6-63A1-55F36EF843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632" y="1838402"/>
            <a:ext cx="5647943" cy="3181196"/>
          </a:xfrm>
        </p:spPr>
        <p:txBody>
          <a:bodyPr>
            <a:normAutofit/>
          </a:bodyPr>
          <a:lstStyle/>
          <a:p>
            <a:pPr algn="just"/>
            <a:r>
              <a:rPr lang="en-IN" sz="1800" dirty="0"/>
              <a:t>It manages robot motion using servo devices.</a:t>
            </a:r>
          </a:p>
          <a:p>
            <a:pPr algn="just"/>
            <a:r>
              <a:rPr lang="en-IN" sz="1800" dirty="0"/>
              <a:t>RAPID programming language used in this robotic controller.</a:t>
            </a:r>
          </a:p>
          <a:p>
            <a:pPr algn="just"/>
            <a:r>
              <a:rPr lang="en-IN" sz="1800" dirty="0"/>
              <a:t>VxWorks Real-time OS, Multi-Move, Robot-Studio software and Flex Pendant are the technologies used to build this robotic arm.</a:t>
            </a:r>
          </a:p>
          <a:p>
            <a:pPr algn="just"/>
            <a:r>
              <a:rPr lang="en-IN" sz="1800" dirty="0"/>
              <a:t>TATA industries and Mahindra Industries commonly uses this Robotic controller.</a:t>
            </a:r>
          </a:p>
        </p:txBody>
      </p:sp>
    </p:spTree>
    <p:extLst>
      <p:ext uri="{BB962C8B-B14F-4D97-AF65-F5344CB8AC3E}">
        <p14:creationId xmlns:p14="http://schemas.microsoft.com/office/powerpoint/2010/main" val="3519378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D236E-E4A5-453C-F2F5-4DEDD44CE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/>
              <a:t>FANUC </a:t>
            </a:r>
            <a:r>
              <a:rPr lang="en-IN" sz="2800" cap="none" dirty="0"/>
              <a:t>R-30iB PLUS CONTROLLER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1BF85-F4AC-9852-7012-D7D848AF37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632" y="1764645"/>
            <a:ext cx="5647943" cy="3181196"/>
          </a:xfrm>
        </p:spPr>
        <p:txBody>
          <a:bodyPr>
            <a:normAutofit/>
          </a:bodyPr>
          <a:lstStyle/>
          <a:p>
            <a:r>
              <a:rPr lang="en-IN" sz="1800" dirty="0"/>
              <a:t>It manages servo motors by using Teach Pendant control and PLC communication.</a:t>
            </a:r>
          </a:p>
          <a:p>
            <a:pPr algn="just"/>
            <a:r>
              <a:rPr lang="en-IN" sz="1800" dirty="0"/>
              <a:t>FANUC TP or KAREL programming languages used in this robotic controller.</a:t>
            </a:r>
          </a:p>
          <a:p>
            <a:r>
              <a:rPr lang="en-IN" sz="1800" dirty="0"/>
              <a:t>High-performed CPU, Vision integration, motion planning algorithm are the technologies used to build this robotic controller.</a:t>
            </a:r>
          </a:p>
          <a:p>
            <a:r>
              <a:rPr lang="en-IN" sz="1800" dirty="0"/>
              <a:t>These Robotic Controllers are available in Bangalore, Chennai, Pune, Delhi.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588685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34065-B902-C854-AE1A-DA0ABEB07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/>
              <a:t>KUKA KR C5 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A1757-BCBF-3CCD-39BA-0D36D8FF59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632" y="1618418"/>
            <a:ext cx="5647943" cy="3181196"/>
          </a:xfrm>
        </p:spPr>
        <p:txBody>
          <a:bodyPr>
            <a:normAutofit/>
          </a:bodyPr>
          <a:lstStyle/>
          <a:p>
            <a:r>
              <a:rPr lang="en-IN" sz="1800" dirty="0"/>
              <a:t>It controls multiple robot axes simultaneously by using SmartPAD teach pendant.</a:t>
            </a:r>
          </a:p>
          <a:p>
            <a:pPr algn="just"/>
            <a:r>
              <a:rPr lang="en-IN" sz="1800" dirty="0"/>
              <a:t>KUKA robot programming language is used in this robotic controller.</a:t>
            </a:r>
          </a:p>
          <a:p>
            <a:r>
              <a:rPr lang="en-IN" sz="1800" dirty="0"/>
              <a:t> Integrated real-time control system and communication PLC via EtherCAT or profinet are the technologies used to build this robotic controller.</a:t>
            </a:r>
          </a:p>
          <a:p>
            <a:r>
              <a:rPr lang="en-IN" sz="1800" dirty="0"/>
              <a:t>These controllers are commonly used in Volkswagen India and BMW production facilities.</a:t>
            </a:r>
          </a:p>
        </p:txBody>
      </p:sp>
    </p:spTree>
    <p:extLst>
      <p:ext uri="{BB962C8B-B14F-4D97-AF65-F5344CB8AC3E}">
        <p14:creationId xmlns:p14="http://schemas.microsoft.com/office/powerpoint/2010/main" val="3406401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95B21-10F1-07CB-2A56-0A0803FF7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/>
              <a:t>Yaskwa yrc 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3D303-70E4-E3E0-BBF1-B30A5BB86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632" y="1618418"/>
            <a:ext cx="5647943" cy="3181196"/>
          </a:xfrm>
        </p:spPr>
        <p:txBody>
          <a:bodyPr>
            <a:normAutofit/>
          </a:bodyPr>
          <a:lstStyle/>
          <a:p>
            <a:r>
              <a:rPr lang="en-IN" sz="1800" dirty="0"/>
              <a:t>It controls multiple robots for automated production lines by using Teach pendant control.</a:t>
            </a:r>
          </a:p>
          <a:p>
            <a:r>
              <a:rPr lang="en-IN" sz="1800" dirty="0"/>
              <a:t>It is also called Motoman Robot.</a:t>
            </a:r>
          </a:p>
          <a:p>
            <a:r>
              <a:rPr lang="en-IN" sz="1800" dirty="0"/>
              <a:t>INFORM programming language is used in this robotic controller</a:t>
            </a:r>
          </a:p>
          <a:p>
            <a:r>
              <a:rPr lang="en-IN" sz="1800" dirty="0"/>
              <a:t>These controllers are used in Yaskwa India.</a:t>
            </a:r>
          </a:p>
        </p:txBody>
      </p:sp>
    </p:spTree>
    <p:extLst>
      <p:ext uri="{BB962C8B-B14F-4D97-AF65-F5344CB8AC3E}">
        <p14:creationId xmlns:p14="http://schemas.microsoft.com/office/powerpoint/2010/main" val="2860180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68935-24B2-A59E-A5BD-DFB4E4458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/>
              <a:t>What is collaborative robot (cobot)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0A315-ED71-072E-C733-9A07A49566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632" y="2030116"/>
            <a:ext cx="5647943" cy="3181196"/>
          </a:xfrm>
        </p:spPr>
        <p:txBody>
          <a:bodyPr>
            <a:normAutofit/>
          </a:bodyPr>
          <a:lstStyle/>
          <a:p>
            <a:pPr algn="just"/>
            <a:r>
              <a:rPr lang="en-US" sz="1800" dirty="0"/>
              <a:t>A Collaborative Robot (COBOT) is a robot designed to work safely alongside humans in a shared workspace without needing safety cages or barriers.</a:t>
            </a:r>
          </a:p>
          <a:p>
            <a:r>
              <a:rPr lang="en-US" sz="1800" dirty="0"/>
              <a:t>Traditional industrial robots usually operate in isolated environments, but cobots are built with advanced sensors, force control, and safety features so they can directly interact with humans.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700495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B7277-3807-6100-41C5-A03996B98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/>
              <a:t>Types of cobots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798B1-A2AD-C116-605A-DE21EFCF43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632" y="1618418"/>
            <a:ext cx="5647943" cy="3181196"/>
          </a:xfrm>
        </p:spPr>
        <p:txBody>
          <a:bodyPr>
            <a:normAutofit/>
          </a:bodyPr>
          <a:lstStyle/>
          <a:p>
            <a:r>
              <a:rPr lang="en-US" sz="1800" dirty="0"/>
              <a:t>Power and Force Limiting (PFL) Cobots.</a:t>
            </a:r>
          </a:p>
          <a:p>
            <a:r>
              <a:rPr lang="en-IN" sz="1800" dirty="0"/>
              <a:t>Safety-Monitored Stop Cobots.</a:t>
            </a:r>
          </a:p>
          <a:p>
            <a:pPr algn="just"/>
            <a:r>
              <a:rPr lang="en-US" sz="1800" dirty="0"/>
              <a:t>Speed and Separation Monitoring Cobots.</a:t>
            </a:r>
          </a:p>
          <a:p>
            <a:r>
              <a:rPr lang="en-IN" sz="1800" dirty="0"/>
              <a:t>Hand-Guiding Cobots.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8202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D4B68-08DB-600A-F7BF-EF94DCDFA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/>
              <a:t>Cobots available in in market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C1F4D-0CD7-1437-9127-C0A42F0F9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632" y="1838402"/>
            <a:ext cx="5647943" cy="3181196"/>
          </a:xfrm>
        </p:spPr>
        <p:txBody>
          <a:bodyPr>
            <a:normAutofit/>
          </a:bodyPr>
          <a:lstStyle/>
          <a:p>
            <a:r>
              <a:rPr lang="en-IN" sz="1800" dirty="0"/>
              <a:t>Universal Robot UR5e COBOT</a:t>
            </a:r>
          </a:p>
          <a:p>
            <a:pPr algn="just"/>
            <a:r>
              <a:rPr lang="en-IN" sz="1800" dirty="0"/>
              <a:t>ABB Yumi COBOT</a:t>
            </a:r>
          </a:p>
          <a:p>
            <a:r>
              <a:rPr lang="en-IN" sz="1800" dirty="0"/>
              <a:t>KUKA LBR iiwa COBOT</a:t>
            </a:r>
          </a:p>
          <a:p>
            <a:r>
              <a:rPr lang="en-IN" sz="1800" dirty="0"/>
              <a:t>FANUC CR-7iA COBOT</a:t>
            </a:r>
          </a:p>
          <a:p>
            <a:r>
              <a:rPr lang="en-IN" sz="1800" dirty="0"/>
              <a:t>Techman TM12 COBOT</a:t>
            </a:r>
          </a:p>
        </p:txBody>
      </p:sp>
    </p:spTree>
    <p:extLst>
      <p:ext uri="{BB962C8B-B14F-4D97-AF65-F5344CB8AC3E}">
        <p14:creationId xmlns:p14="http://schemas.microsoft.com/office/powerpoint/2010/main" val="1420799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C27C-A689-D947-95AC-AA6432D6F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dirty="0"/>
              <a:t>Technologies used in CObots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6BB64-F085-9CA4-D164-C0719FF171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632" y="1941625"/>
            <a:ext cx="5647943" cy="3181196"/>
          </a:xfrm>
        </p:spPr>
        <p:txBody>
          <a:bodyPr>
            <a:normAutofit/>
          </a:bodyPr>
          <a:lstStyle/>
          <a:p>
            <a:pPr algn="just"/>
            <a:r>
              <a:rPr lang="en-IN" sz="1800" dirty="0"/>
              <a:t>Force &amp; Torque Sensors.</a:t>
            </a:r>
          </a:p>
          <a:p>
            <a:r>
              <a:rPr lang="en-IN" sz="1800" dirty="0"/>
              <a:t>Machine Vision Systems.</a:t>
            </a:r>
          </a:p>
          <a:p>
            <a:r>
              <a:rPr lang="en-IN" sz="1800" dirty="0"/>
              <a:t>Artificial Intelligence and Machine learning.</a:t>
            </a:r>
          </a:p>
          <a:p>
            <a:r>
              <a:rPr lang="en-IN" sz="1800" dirty="0"/>
              <a:t>Advanced motion control system.</a:t>
            </a:r>
          </a:p>
          <a:p>
            <a:r>
              <a:rPr lang="en-IN" sz="1800" dirty="0"/>
              <a:t>Human robot interaction.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047285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14379-B7D6-9E39-F7EE-3C13A677D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Limitations of Existing COBOT Systems and robotic controllers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8C3A1-9610-740D-89C1-A8AB0C7AB4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8057" y="1941625"/>
            <a:ext cx="5647943" cy="3181196"/>
          </a:xfrm>
        </p:spPr>
        <p:txBody>
          <a:bodyPr>
            <a:normAutofit/>
          </a:bodyPr>
          <a:lstStyle/>
          <a:p>
            <a:pPr algn="just"/>
            <a:r>
              <a:rPr lang="en-US" sz="1800" dirty="0"/>
              <a:t>Lack of safety mechanisms in many low-cost robotic systems.</a:t>
            </a:r>
          </a:p>
          <a:p>
            <a:r>
              <a:rPr lang="en-US" sz="1800" dirty="0"/>
              <a:t>Sudden or jerky robotic arm movements.</a:t>
            </a:r>
          </a:p>
          <a:p>
            <a:r>
              <a:rPr lang="en-US" sz="1800" dirty="0"/>
              <a:t>Limited collision detection in basic robotic arms.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740380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252F2-093A-7E98-DDC2-EA6DF3048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922" y="392010"/>
            <a:ext cx="5647943" cy="1200815"/>
          </a:xfrm>
        </p:spPr>
        <p:txBody>
          <a:bodyPr/>
          <a:lstStyle/>
          <a:p>
            <a:r>
              <a:rPr lang="en-IN" sz="2800" dirty="0"/>
              <a:t>Robotic arm control ideations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318098-3CB6-28B9-EF51-C5F66B20850C}"/>
              </a:ext>
            </a:extLst>
          </p:cNvPr>
          <p:cNvSpPr txBox="1"/>
          <p:nvPr/>
        </p:nvSpPr>
        <p:spPr>
          <a:xfrm>
            <a:off x="162922" y="1387222"/>
            <a:ext cx="561136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Idea-1:</a:t>
            </a:r>
            <a:endParaRPr lang="en-IN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EMG-based muscle signal control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Embedded Control System (Arduino)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Wireless robot control (Bluetooth)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Multi-motor control (servo + servo)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Signal filtering system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Fast response mechanism</a:t>
            </a:r>
          </a:p>
          <a:p>
            <a:r>
              <a:rPr lang="en-IN" b="1" dirty="0"/>
              <a:t>Idea-2:</a:t>
            </a:r>
            <a:endParaRPr lang="en-IN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Human-Computer Interaction (camera module)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Embedded Control System (Raspberry Pi Pico)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Wireless robot control (IR)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Multi-motor control (servo + stepper)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Power management optimization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Precision movement enhancement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4919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3617160E-9748-4F6A-398D-E0EAE3ABDF9A}"/>
              </a:ext>
            </a:extLst>
          </p:cNvPr>
          <p:cNvSpPr txBox="1"/>
          <p:nvPr/>
        </p:nvSpPr>
        <p:spPr>
          <a:xfrm>
            <a:off x="398207" y="474345"/>
            <a:ext cx="5697793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Idea-3:</a:t>
            </a:r>
            <a:endParaRPr lang="en-IN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Voice command control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Embedded Control System (ESP32)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Wireless robot control (Wi-Fi)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Multi-motor control (DC + servo)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Real-time response system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Motion synchronization</a:t>
            </a:r>
          </a:p>
          <a:p>
            <a:r>
              <a:rPr lang="en-IN" b="1" dirty="0"/>
              <a:t>Idea-4:</a:t>
            </a:r>
            <a:endParaRPr lang="en-IN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Hand gesture recognition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Embedded Control System (Arduino Nano)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Wireless robot control (RF module)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Multi-motor control (servo + DC)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Obstacle detection system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Path control algorithm</a:t>
            </a:r>
          </a:p>
          <a:p>
            <a:r>
              <a:rPr lang="en-IN" b="1" dirty="0"/>
              <a:t>Idea-5:</a:t>
            </a:r>
            <a:endParaRPr lang="en-IN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Camera-based object tracking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Embedded Control System (STM32)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Wireless robot control (Bluetooth)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Multi-motor control (stepper + servo)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Load balancing system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Smooth motion control</a:t>
            </a:r>
          </a:p>
        </p:txBody>
      </p:sp>
    </p:spTree>
    <p:extLst>
      <p:ext uri="{BB962C8B-B14F-4D97-AF65-F5344CB8AC3E}">
        <p14:creationId xmlns:p14="http://schemas.microsoft.com/office/powerpoint/2010/main" val="22399951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9A17B81-4E56-3605-BD32-DE5D2EF59A48}"/>
              </a:ext>
            </a:extLst>
          </p:cNvPr>
          <p:cNvSpPr txBox="1"/>
          <p:nvPr/>
        </p:nvSpPr>
        <p:spPr>
          <a:xfrm>
            <a:off x="349045" y="335845"/>
            <a:ext cx="614516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800" b="1" dirty="0"/>
              <a:t>Idea-6:</a:t>
            </a:r>
            <a:endParaRPr lang="en-IN" sz="1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800" dirty="0"/>
              <a:t>Smartphone app control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800" dirty="0"/>
              <a:t>Embedded Control System (NodeMCU)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800" dirty="0"/>
              <a:t>Wireless robot control (Wi-Fi)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800" dirty="0"/>
              <a:t>Multi-motor control (servo + stepper)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800" dirty="0"/>
              <a:t>Battery monitoring system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800" dirty="0"/>
              <a:t>Accurate arm positioning</a:t>
            </a:r>
          </a:p>
          <a:p>
            <a:pPr marL="0" indent="0">
              <a:buNone/>
            </a:pPr>
            <a:r>
              <a:rPr lang="en-IN" sz="1800" b="1" dirty="0"/>
              <a:t>Idea-7:</a:t>
            </a:r>
            <a:endParaRPr lang="en-IN" sz="1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800" dirty="0"/>
              <a:t>Sensor-based gesture input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800" dirty="0"/>
              <a:t>Embedded Control System (ATmega328P)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800" dirty="0"/>
              <a:t>Wireless robot control (Zigbee)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800" dirty="0"/>
              <a:t>Multi-motor control (servo + DC)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800" dirty="0"/>
              <a:t>Feedback control system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800" dirty="0"/>
              <a:t>Speed regulation</a:t>
            </a:r>
          </a:p>
          <a:p>
            <a:r>
              <a:rPr lang="en-IN" b="1" dirty="0"/>
              <a:t>Idea-8:</a:t>
            </a:r>
            <a:endParaRPr lang="en-IN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Face recognition control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Embedded Control System (Raspberry Pi)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Wireless robot control (Bluetooth)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Multi-motor control (servo + stepper)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Safety monitoring system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Intelligent motion planning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6239099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DC83A0-AC8C-CCAE-ADD9-745EB7247903}"/>
              </a:ext>
            </a:extLst>
          </p:cNvPr>
          <p:cNvSpPr txBox="1"/>
          <p:nvPr/>
        </p:nvSpPr>
        <p:spPr>
          <a:xfrm>
            <a:off x="324464" y="187514"/>
            <a:ext cx="614516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b="1" i="0" dirty="0">
                <a:effectLst/>
              </a:rPr>
              <a:t>Idea-9:</a:t>
            </a:r>
            <a:endParaRPr lang="en-IN" b="0" i="0" dirty="0">
              <a:effectLst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IN" b="0" i="0" dirty="0">
                <a:effectLst/>
              </a:rPr>
              <a:t>Motion tracking control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IN" b="0" i="0" dirty="0">
                <a:effectLst/>
              </a:rPr>
              <a:t>Embedded Control System (ESP8266)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IN" b="0" i="0" dirty="0">
                <a:effectLst/>
              </a:rPr>
              <a:t>Wireless robot control (Wi-Fi)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IN" b="0" i="0" dirty="0">
                <a:effectLst/>
              </a:rPr>
              <a:t>Multi-motor control (DC + stepper)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IN" b="0" i="0" dirty="0">
                <a:effectLst/>
              </a:rPr>
              <a:t>Direction control system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IN" b="0" i="0" dirty="0">
                <a:effectLst/>
              </a:rPr>
              <a:t>Precise grip control</a:t>
            </a:r>
          </a:p>
          <a:p>
            <a:r>
              <a:rPr lang="en-IN" b="1" dirty="0"/>
              <a:t>Idea-10:</a:t>
            </a:r>
            <a:endParaRPr lang="en-IN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Human-Robot Interaction (gesture control)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Embedded Control System (Arduino)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Wireless robot control (Bluetooth)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Multi-motor control (servo + stepper)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Safety layer implementation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Motion control algorithm</a:t>
            </a:r>
          </a:p>
          <a:p>
            <a:r>
              <a:rPr lang="en-IN" b="1" dirty="0"/>
              <a:t>Idea-11:</a:t>
            </a:r>
            <a:endParaRPr lang="en-IN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Touch-based command control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Embedded Control System (PIC microcontroller)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Wireless robot control (IR)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Multi-motor control (stepper + DC)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Energy optimization system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Stable movement control</a:t>
            </a:r>
          </a:p>
          <a:p>
            <a:endParaRPr lang="en-IN" dirty="0"/>
          </a:p>
          <a:p>
            <a:pPr algn="l"/>
            <a:endParaRPr lang="en-IN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134641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BEAAD81-39FF-63D0-9911-F2F6ADD0816A}"/>
              </a:ext>
            </a:extLst>
          </p:cNvPr>
          <p:cNvSpPr txBox="1"/>
          <p:nvPr/>
        </p:nvSpPr>
        <p:spPr>
          <a:xfrm>
            <a:off x="270387" y="197346"/>
            <a:ext cx="614516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/>
              <a:t>Idea-12:</a:t>
            </a:r>
            <a:endParaRPr lang="en-IN" sz="1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800" dirty="0"/>
              <a:t>Vision-assisted gesture control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800" dirty="0"/>
              <a:t>Embedded Control System (Raspberry Pi Pico)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800" dirty="0"/>
              <a:t>Wireless robot control (RF module)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800" dirty="0"/>
              <a:t>Multi-motor control (servo + stepper)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800" dirty="0"/>
              <a:t>Collision avoidance system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800" dirty="0"/>
              <a:t>Path correction algorithm</a:t>
            </a:r>
          </a:p>
          <a:p>
            <a:r>
              <a:rPr lang="en-IN" b="1" dirty="0"/>
              <a:t>Idea-13:</a:t>
            </a:r>
            <a:endParaRPr lang="en-IN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Joystick-based robot control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Embedded Control System (Arduino Mega)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Wireless robot control (Bluetooth)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Multi-motor control (DC + servo)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Motor speed balancing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Smooth turning mechanism</a:t>
            </a:r>
          </a:p>
          <a:p>
            <a:r>
              <a:rPr lang="en-IN" b="1" dirty="0"/>
              <a:t>Idea-14:</a:t>
            </a:r>
            <a:endParaRPr lang="en-IN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IoT-based robot control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Embedded Control System (ESP32)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Wireless robot control (Wi-Fi + cloud)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Multi-motor control (servo + stepper)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Remote monitoring system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Smart automation control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3215589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104A9DB-BD0B-4CC3-0E70-BF0A2800CB19}"/>
              </a:ext>
            </a:extLst>
          </p:cNvPr>
          <p:cNvSpPr txBox="1"/>
          <p:nvPr/>
        </p:nvSpPr>
        <p:spPr>
          <a:xfrm>
            <a:off x="408039" y="335845"/>
            <a:ext cx="614516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i="0" dirty="0">
                <a:effectLst/>
              </a:rPr>
              <a:t>Idea-15:</a:t>
            </a:r>
            <a:endParaRPr lang="en-IN" b="0" i="0" dirty="0">
              <a:effectLst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IN" b="0" i="0" dirty="0">
                <a:effectLst/>
              </a:rPr>
              <a:t>Motion detection control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IN" b="0" i="0" dirty="0">
                <a:effectLst/>
              </a:rPr>
              <a:t>Embedded Control System (STM32)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IN" b="0" i="0" dirty="0">
                <a:effectLst/>
              </a:rPr>
              <a:t>Wireless robot control (IR)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IN" b="0" i="0" dirty="0">
                <a:effectLst/>
              </a:rPr>
              <a:t>Multi-motor control (servo + DC)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IN" b="0" i="0" dirty="0">
                <a:effectLst/>
              </a:rPr>
              <a:t>Real-time safety check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IN" b="0" i="0" dirty="0">
                <a:effectLst/>
              </a:rPr>
              <a:t>Accurate direction handling</a:t>
            </a:r>
          </a:p>
          <a:p>
            <a:r>
              <a:rPr lang="en-IN" b="1" dirty="0"/>
              <a:t>Idea-16:</a:t>
            </a:r>
            <a:endParaRPr lang="en-IN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Voice + gesture hybrid control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Embedded Control System (Arduino)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Wireless robot control (Bluetooth)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Multi-motor control (servo + stepper)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Command priority system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Reliable motion execution</a:t>
            </a:r>
          </a:p>
          <a:p>
            <a:r>
              <a:rPr lang="en-IN" b="1" dirty="0"/>
              <a:t>Idea-17:</a:t>
            </a:r>
            <a:endParaRPr lang="en-IN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Camera + AI control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Embedded Control System (Raspberry Pi)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Wireless robot control (Wi-Fi)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Multi-motor control (stepper + servo)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Object detection system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Adaptive movement control</a:t>
            </a:r>
          </a:p>
          <a:p>
            <a:pPr algn="l"/>
            <a:endParaRPr lang="en-IN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71171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659C640-F39C-3FEE-768B-7A8116F8C747}"/>
              </a:ext>
            </a:extLst>
          </p:cNvPr>
          <p:cNvSpPr txBox="1"/>
          <p:nvPr/>
        </p:nvSpPr>
        <p:spPr>
          <a:xfrm>
            <a:off x="349045" y="474345"/>
            <a:ext cx="614516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i="0" dirty="0">
                <a:effectLst/>
              </a:rPr>
              <a:t>Idea-18:</a:t>
            </a:r>
            <a:endParaRPr lang="en-IN" b="0" i="0" dirty="0">
              <a:effectLst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IN" b="0" i="0" dirty="0">
                <a:effectLst/>
              </a:rPr>
              <a:t>Remote wireless arm control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IN" b="0" i="0" dirty="0">
                <a:effectLst/>
              </a:rPr>
              <a:t>Embedded Control System (NodeMCU)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IN" b="0" i="0" dirty="0">
                <a:effectLst/>
              </a:rPr>
              <a:t>Wireless robot control (RF module)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IN" b="0" i="0" dirty="0">
                <a:effectLst/>
              </a:rPr>
              <a:t>Multi-motor control (servo + DC)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IN" b="0" i="0" dirty="0">
                <a:effectLst/>
              </a:rPr>
              <a:t>Position feedback system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IN" b="0" i="0" dirty="0">
                <a:effectLst/>
              </a:rPr>
              <a:t>Low-latency operation</a:t>
            </a:r>
          </a:p>
          <a:p>
            <a:pPr algn="l"/>
            <a:r>
              <a:rPr lang="en-IN" b="1" i="0" dirty="0">
                <a:effectLst/>
              </a:rPr>
              <a:t>Idea-19:</a:t>
            </a:r>
            <a:endParaRPr lang="en-IN" b="0" i="0" dirty="0">
              <a:effectLst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IN" b="0" i="0" dirty="0">
                <a:effectLst/>
              </a:rPr>
              <a:t>Smart pick-and-place control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IN" b="0" i="0" dirty="0">
                <a:effectLst/>
              </a:rPr>
              <a:t>Embedded Control System (ATmega328P)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IN" b="0" i="0" dirty="0">
                <a:effectLst/>
              </a:rPr>
              <a:t>Wireless robot control (Bluetooth)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IN" b="0" i="0" dirty="0">
                <a:effectLst/>
              </a:rPr>
              <a:t>Multi-motor control (servo + stepper)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IN" b="0" i="0" dirty="0">
                <a:effectLst/>
              </a:rPr>
              <a:t>Gripper control system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IN" b="0" i="0" dirty="0">
                <a:effectLst/>
              </a:rPr>
              <a:t>Precision handling module</a:t>
            </a:r>
          </a:p>
          <a:p>
            <a:r>
              <a:rPr lang="en-IN" b="1" dirty="0"/>
              <a:t>Idea-20:</a:t>
            </a:r>
            <a:endParaRPr lang="en-IN" dirty="0"/>
          </a:p>
          <a:p>
            <a:r>
              <a:rPr lang="en-IN" dirty="0"/>
              <a:t>Human-machine interaction control</a:t>
            </a:r>
          </a:p>
          <a:p>
            <a:r>
              <a:rPr lang="en-IN" dirty="0"/>
              <a:t>Embedded Control System (ESP32)</a:t>
            </a:r>
          </a:p>
          <a:p>
            <a:r>
              <a:rPr lang="en-IN" dirty="0"/>
              <a:t>Wireless robot control (Wi-Fi)</a:t>
            </a:r>
          </a:p>
          <a:p>
            <a:r>
              <a:rPr lang="en-IN" dirty="0"/>
              <a:t>Multi-motor control (servo + stepper)</a:t>
            </a:r>
          </a:p>
          <a:p>
            <a:r>
              <a:rPr lang="en-IN" dirty="0"/>
              <a:t>Safety interlock system</a:t>
            </a:r>
          </a:p>
          <a:p>
            <a:r>
              <a:rPr lang="en-IN" dirty="0"/>
              <a:t>Efficient motion planning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endParaRPr lang="en-IN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618859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3CB5F-678D-FF9A-ED3E-7E90B8FFE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539495"/>
            <a:ext cx="5647943" cy="1338466"/>
          </a:xfrm>
        </p:spPr>
        <p:txBody>
          <a:bodyPr/>
          <a:lstStyle/>
          <a:p>
            <a:r>
              <a:rPr lang="en-IN" sz="2800" dirty="0"/>
              <a:t>Upgradations done in this robotic arm compared to other robotic arm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C8838-9E0B-61DB-2E76-CB64D79AB1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632" y="2000619"/>
            <a:ext cx="5647943" cy="31811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/>
              <a:t>Idea-10:</a:t>
            </a:r>
          </a:p>
          <a:p>
            <a:r>
              <a:rPr lang="en-IN" sz="1800" dirty="0"/>
              <a:t> Human-Robot Interaction (gesture control)</a:t>
            </a:r>
          </a:p>
          <a:p>
            <a:r>
              <a:rPr lang="en-IN" sz="1800" dirty="0"/>
              <a:t>Embedded control system (Arduino)</a:t>
            </a:r>
          </a:p>
          <a:p>
            <a:r>
              <a:rPr lang="en-IN" sz="1800" dirty="0"/>
              <a:t>Wireless robot control (Bluetooth)</a:t>
            </a:r>
          </a:p>
          <a:p>
            <a:r>
              <a:rPr lang="en-IN" sz="1800" dirty="0"/>
              <a:t>Multi-motor control (servo + stepper)</a:t>
            </a:r>
          </a:p>
          <a:p>
            <a:pPr algn="just"/>
            <a:r>
              <a:rPr lang="en-IN" sz="1800" dirty="0"/>
              <a:t>Safety layer implementation</a:t>
            </a:r>
          </a:p>
          <a:p>
            <a:r>
              <a:rPr lang="en-IN" sz="1800" dirty="0"/>
              <a:t>Motion control algorithm</a:t>
            </a:r>
          </a:p>
        </p:txBody>
      </p:sp>
    </p:spTree>
    <p:extLst>
      <p:ext uri="{BB962C8B-B14F-4D97-AF65-F5344CB8AC3E}">
        <p14:creationId xmlns:p14="http://schemas.microsoft.com/office/powerpoint/2010/main" val="8912141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07BB8-F50E-208A-F8ED-34A213787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659" y="205197"/>
            <a:ext cx="5647943" cy="2157849"/>
          </a:xfrm>
        </p:spPr>
        <p:txBody>
          <a:bodyPr/>
          <a:lstStyle/>
          <a:p>
            <a:r>
              <a:rPr lang="en-US" sz="2600" dirty="0"/>
              <a:t>Gap Analysis Based on Proposed System Features</a:t>
            </a:r>
            <a:endParaRPr lang="en-IN" sz="26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F97143B-404A-EBBA-C019-B646AE0FF09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15817868"/>
              </p:ext>
            </p:extLst>
          </p:nvPr>
        </p:nvGraphicFramePr>
        <p:xfrm>
          <a:off x="145840" y="992504"/>
          <a:ext cx="6124560" cy="3946639"/>
        </p:xfrm>
        <a:graphic>
          <a:graphicData uri="http://schemas.openxmlformats.org/drawingml/2006/table">
            <a:tbl>
              <a:tblPr/>
              <a:tblGrid>
                <a:gridCol w="1531140">
                  <a:extLst>
                    <a:ext uri="{9D8B030D-6E8A-4147-A177-3AD203B41FA5}">
                      <a16:colId xmlns:a16="http://schemas.microsoft.com/office/drawing/2014/main" val="1063930906"/>
                    </a:ext>
                  </a:extLst>
                </a:gridCol>
                <a:gridCol w="1531140">
                  <a:extLst>
                    <a:ext uri="{9D8B030D-6E8A-4147-A177-3AD203B41FA5}">
                      <a16:colId xmlns:a16="http://schemas.microsoft.com/office/drawing/2014/main" val="2387828639"/>
                    </a:ext>
                  </a:extLst>
                </a:gridCol>
                <a:gridCol w="1531140">
                  <a:extLst>
                    <a:ext uri="{9D8B030D-6E8A-4147-A177-3AD203B41FA5}">
                      <a16:colId xmlns:a16="http://schemas.microsoft.com/office/drawing/2014/main" val="880299542"/>
                    </a:ext>
                  </a:extLst>
                </a:gridCol>
                <a:gridCol w="1531140">
                  <a:extLst>
                    <a:ext uri="{9D8B030D-6E8A-4147-A177-3AD203B41FA5}">
                      <a16:colId xmlns:a16="http://schemas.microsoft.com/office/drawing/2014/main" val="1060333651"/>
                    </a:ext>
                  </a:extLst>
                </a:gridCol>
              </a:tblGrid>
              <a:tr h="39618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dirty="0"/>
                    </a:p>
                  </a:txBody>
                  <a:tcPr marL="45448" marR="45448" marT="22724" marB="22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dirty="0"/>
                    </a:p>
                  </a:txBody>
                  <a:tcPr marL="45448" marR="45448" marT="22724" marB="22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45448" marR="45448" marT="22724" marB="22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45448" marR="45448" marT="22724" marB="22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7139537"/>
                  </a:ext>
                </a:extLst>
              </a:tr>
              <a:tr h="56611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/>
                    </a:p>
                  </a:txBody>
                  <a:tcPr marL="45448" marR="45448" marT="22724" marB="22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/>
                    </a:p>
                  </a:txBody>
                  <a:tcPr marL="45448" marR="45448" marT="22724" marB="22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dirty="0"/>
                    </a:p>
                  </a:txBody>
                  <a:tcPr marL="45448" marR="45448" marT="22724" marB="22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/>
                    </a:p>
                  </a:txBody>
                  <a:tcPr marL="45448" marR="45448" marT="22724" marB="22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6774893"/>
                  </a:ext>
                </a:extLst>
              </a:tr>
              <a:tr h="5630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45448" marR="45448" marT="22724" marB="22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45448" marR="45448" marT="22724" marB="22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dirty="0"/>
                    </a:p>
                  </a:txBody>
                  <a:tcPr marL="45448" marR="45448" marT="22724" marB="22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/>
                    </a:p>
                  </a:txBody>
                  <a:tcPr marL="45448" marR="45448" marT="22724" marB="22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793803"/>
                  </a:ext>
                </a:extLst>
              </a:tr>
              <a:tr h="5630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45448" marR="45448" marT="22724" marB="22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/>
                    </a:p>
                  </a:txBody>
                  <a:tcPr marL="45448" marR="45448" marT="22724" marB="22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45448" marR="45448" marT="22724" marB="22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marL="45448" marR="45448" marT="22724" marB="22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408498"/>
                  </a:ext>
                </a:extLst>
              </a:tr>
              <a:tr h="5630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45448" marR="45448" marT="22724" marB="22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 dirty="0"/>
                    </a:p>
                  </a:txBody>
                  <a:tcPr marL="45448" marR="45448" marT="22724" marB="22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/>
                    </a:p>
                  </a:txBody>
                  <a:tcPr marL="45448" marR="45448" marT="22724" marB="22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/>
                    </a:p>
                  </a:txBody>
                  <a:tcPr marL="45448" marR="45448" marT="22724" marB="22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114590"/>
                  </a:ext>
                </a:extLst>
              </a:tr>
              <a:tr h="56308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45448" marR="45448" marT="22724" marB="22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/>
                    </a:p>
                  </a:txBody>
                  <a:tcPr marL="45448" marR="45448" marT="22724" marB="22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/>
                    </a:p>
                  </a:txBody>
                  <a:tcPr marL="45448" marR="45448" marT="22724" marB="22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/>
                    </a:p>
                  </a:txBody>
                  <a:tcPr marL="45448" marR="45448" marT="22724" marB="22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126126"/>
                  </a:ext>
                </a:extLst>
              </a:tr>
              <a:tr h="732008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400"/>
                    </a:p>
                  </a:txBody>
                  <a:tcPr marL="45448" marR="45448" marT="22724" marB="22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/>
                    </a:p>
                  </a:txBody>
                  <a:tcPr marL="45448" marR="45448" marT="22724" marB="22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/>
                    </a:p>
                  </a:txBody>
                  <a:tcPr marL="45448" marR="45448" marT="22724" marB="22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marL="45448" marR="45448" marT="22724" marB="227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98133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4A293D7-E57D-BCF2-0AC2-FFCD8995BD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291981"/>
              </p:ext>
            </p:extLst>
          </p:nvPr>
        </p:nvGraphicFramePr>
        <p:xfrm>
          <a:off x="337323" y="1046581"/>
          <a:ext cx="5758676" cy="5606221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154594">
                  <a:extLst>
                    <a:ext uri="{9D8B030D-6E8A-4147-A177-3AD203B41FA5}">
                      <a16:colId xmlns:a16="http://schemas.microsoft.com/office/drawing/2014/main" val="799679519"/>
                    </a:ext>
                  </a:extLst>
                </a:gridCol>
                <a:gridCol w="1534694">
                  <a:extLst>
                    <a:ext uri="{9D8B030D-6E8A-4147-A177-3AD203B41FA5}">
                      <a16:colId xmlns:a16="http://schemas.microsoft.com/office/drawing/2014/main" val="188315832"/>
                    </a:ext>
                  </a:extLst>
                </a:gridCol>
                <a:gridCol w="1534694">
                  <a:extLst>
                    <a:ext uri="{9D8B030D-6E8A-4147-A177-3AD203B41FA5}">
                      <a16:colId xmlns:a16="http://schemas.microsoft.com/office/drawing/2014/main" val="1536363656"/>
                    </a:ext>
                  </a:extLst>
                </a:gridCol>
                <a:gridCol w="1534694">
                  <a:extLst>
                    <a:ext uri="{9D8B030D-6E8A-4147-A177-3AD203B41FA5}">
                      <a16:colId xmlns:a16="http://schemas.microsoft.com/office/drawing/2014/main" val="1250617068"/>
                    </a:ext>
                  </a:extLst>
                </a:gridCol>
              </a:tblGrid>
              <a:tr h="4512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Feature</a:t>
                      </a:r>
                      <a:endParaRPr lang="en-IN" sz="1200" dirty="0"/>
                    </a:p>
                  </a:txBody>
                  <a:tcPr marL="45448" marR="45448" marT="22724" marB="227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Existing Systems</a:t>
                      </a:r>
                      <a:endParaRPr lang="en-IN" sz="1200" dirty="0"/>
                    </a:p>
                  </a:txBody>
                  <a:tcPr marL="45448" marR="45448" marT="22724" marB="227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Gap / Limitation</a:t>
                      </a:r>
                      <a:endParaRPr lang="en-IN" sz="1200"/>
                    </a:p>
                  </a:txBody>
                  <a:tcPr marL="45448" marR="45448" marT="22724" marB="227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Your Proposed System Advantage</a:t>
                      </a:r>
                      <a:endParaRPr lang="en-IN" sz="1200"/>
                    </a:p>
                  </a:txBody>
                  <a:tcPr marL="45448" marR="45448" marT="22724" marB="22724" anchor="ctr"/>
                </a:tc>
                <a:extLst>
                  <a:ext uri="{0D108BD9-81ED-4DB2-BD59-A6C34878D82A}">
                    <a16:rowId xmlns:a16="http://schemas.microsoft.com/office/drawing/2014/main" val="3981810073"/>
                  </a:ext>
                </a:extLst>
              </a:tr>
              <a:tr h="10630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Human–Robot Interaction (Gesture Control)</a:t>
                      </a:r>
                    </a:p>
                  </a:txBody>
                  <a:tcPr marL="45448" marR="45448" marT="22724" marB="227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Mostly joystick, teach pendant, or button-based control</a:t>
                      </a:r>
                    </a:p>
                  </a:txBody>
                  <a:tcPr marL="45448" marR="45448" marT="22724" marB="227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Less intuitive, requires training</a:t>
                      </a:r>
                    </a:p>
                  </a:txBody>
                  <a:tcPr marL="45448" marR="45448" marT="22724" marB="227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Gesture-based control provides natural and user-friendly interaction</a:t>
                      </a:r>
                    </a:p>
                  </a:txBody>
                  <a:tcPr marL="45448" marR="45448" marT="22724" marB="22724" anchor="ctr"/>
                </a:tc>
                <a:extLst>
                  <a:ext uri="{0D108BD9-81ED-4DB2-BD59-A6C34878D82A}">
                    <a16:rowId xmlns:a16="http://schemas.microsoft.com/office/drawing/2014/main" val="3185849752"/>
                  </a:ext>
                </a:extLst>
              </a:tr>
              <a:tr h="859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Embedded Control System (Arduino)</a:t>
                      </a:r>
                    </a:p>
                  </a:txBody>
                  <a:tcPr marL="45448" marR="45448" marT="22724" marB="227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PLC or PC-based controllers</a:t>
                      </a:r>
                    </a:p>
                  </a:txBody>
                  <a:tcPr marL="45448" marR="45448" marT="22724" marB="227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High cost, complex setup</a:t>
                      </a:r>
                    </a:p>
                  </a:txBody>
                  <a:tcPr marL="45448" marR="45448" marT="22724" marB="227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Low-cost, simple, and easy-to-implement embedded system</a:t>
                      </a:r>
                    </a:p>
                  </a:txBody>
                  <a:tcPr marL="45448" marR="45448" marT="22724" marB="22724" anchor="ctr"/>
                </a:tc>
                <a:extLst>
                  <a:ext uri="{0D108BD9-81ED-4DB2-BD59-A6C34878D82A}">
                    <a16:rowId xmlns:a16="http://schemas.microsoft.com/office/drawing/2014/main" val="3086551015"/>
                  </a:ext>
                </a:extLst>
              </a:tr>
              <a:tr h="655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Wireless Communication (Bluetooth)</a:t>
                      </a:r>
                    </a:p>
                  </a:txBody>
                  <a:tcPr marL="45448" marR="45448" marT="22724" marB="227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Wired systems or industrial networks</a:t>
                      </a:r>
                    </a:p>
                  </a:txBody>
                  <a:tcPr marL="45448" marR="45448" marT="22724" marB="227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Limited mobility and flexibility</a:t>
                      </a:r>
                    </a:p>
                  </a:txBody>
                  <a:tcPr marL="45448" marR="45448" marT="22724" marB="227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Wireless control enables remote and flexible operation</a:t>
                      </a:r>
                    </a:p>
                  </a:txBody>
                  <a:tcPr marL="45448" marR="45448" marT="22724" marB="22724" anchor="ctr"/>
                </a:tc>
                <a:extLst>
                  <a:ext uri="{0D108BD9-81ED-4DB2-BD59-A6C34878D82A}">
                    <a16:rowId xmlns:a16="http://schemas.microsoft.com/office/drawing/2014/main" val="2406441513"/>
                  </a:ext>
                </a:extLst>
              </a:tr>
              <a:tr h="859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Multi-Motor Control (Servo + Stepper)</a:t>
                      </a:r>
                    </a:p>
                  </a:txBody>
                  <a:tcPr marL="45448" marR="45448" marT="22724" marB="227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Often single-type motor systems</a:t>
                      </a:r>
                    </a:p>
                  </a:txBody>
                  <a:tcPr marL="45448" marR="45448" marT="22724" marB="227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Limited flexibility in movement control</a:t>
                      </a:r>
                    </a:p>
                  </a:txBody>
                  <a:tcPr marL="45448" marR="45448" marT="22724" marB="227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Hybrid motor control improves precision and functionality</a:t>
                      </a:r>
                    </a:p>
                  </a:txBody>
                  <a:tcPr marL="45448" marR="45448" marT="22724" marB="22724" anchor="ctr"/>
                </a:tc>
                <a:extLst>
                  <a:ext uri="{0D108BD9-81ED-4DB2-BD59-A6C34878D82A}">
                    <a16:rowId xmlns:a16="http://schemas.microsoft.com/office/drawing/2014/main" val="2695305758"/>
                  </a:ext>
                </a:extLst>
              </a:tr>
              <a:tr h="859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Safety Layer Implementation</a:t>
                      </a:r>
                    </a:p>
                  </a:txBody>
                  <a:tcPr marL="45448" marR="45448" marT="22724" marB="227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Limited or no safety in low-cost systems</a:t>
                      </a:r>
                    </a:p>
                  </a:txBody>
                  <a:tcPr marL="45448" marR="45448" marT="22724" marB="227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Risk of collision and unsafe operation</a:t>
                      </a:r>
                    </a:p>
                  </a:txBody>
                  <a:tcPr marL="45448" marR="45448" marT="22724" marB="227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Emergency stop and obstacle detection improve safety</a:t>
                      </a:r>
                    </a:p>
                  </a:txBody>
                  <a:tcPr marL="45448" marR="45448" marT="22724" marB="22724" anchor="ctr"/>
                </a:tc>
                <a:extLst>
                  <a:ext uri="{0D108BD9-81ED-4DB2-BD59-A6C34878D82A}">
                    <a16:rowId xmlns:a16="http://schemas.microsoft.com/office/drawing/2014/main" val="4083574721"/>
                  </a:ext>
                </a:extLst>
              </a:tr>
              <a:tr h="859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Motion Control Algorithm</a:t>
                      </a:r>
                    </a:p>
                  </a:txBody>
                  <a:tcPr marL="45448" marR="45448" marT="22724" marB="227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Direct motor commands (jerky movement)</a:t>
                      </a:r>
                    </a:p>
                  </a:txBody>
                  <a:tcPr marL="45448" marR="45448" marT="22724" marB="227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Lack of smooth and stable motion</a:t>
                      </a:r>
                    </a:p>
                  </a:txBody>
                  <a:tcPr marL="45448" marR="45448" marT="22724" marB="2272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Smooth motion algorithm ensures controlled and stable movement</a:t>
                      </a:r>
                    </a:p>
                  </a:txBody>
                  <a:tcPr marL="45448" marR="45448" marT="22724" marB="22724" anchor="ctr"/>
                </a:tc>
                <a:extLst>
                  <a:ext uri="{0D108BD9-81ED-4DB2-BD59-A6C34878D82A}">
                    <a16:rowId xmlns:a16="http://schemas.microsoft.com/office/drawing/2014/main" val="246879044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35A1547-EB44-06F0-2285-FC4FF3E96022}"/>
              </a:ext>
            </a:extLst>
          </p:cNvPr>
          <p:cNvSpPr txBox="1"/>
          <p:nvPr/>
        </p:nvSpPr>
        <p:spPr>
          <a:xfrm>
            <a:off x="3013587" y="3251708"/>
            <a:ext cx="6184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13979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3E87C-D646-BA8A-AD45-0BB9FF5A6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539496"/>
            <a:ext cx="11295236" cy="1230310"/>
          </a:xfrm>
        </p:spPr>
        <p:txBody>
          <a:bodyPr/>
          <a:lstStyle/>
          <a:p>
            <a:r>
              <a:rPr lang="en-US" sz="2800" dirty="0"/>
              <a:t>Pugh Chart – Robotic </a:t>
            </a:r>
            <a:r>
              <a:rPr lang="en-US" sz="2800"/>
              <a:t>Arm Comparison</a:t>
            </a:r>
            <a:endParaRPr lang="en-IN" sz="2800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EAB49373-3E4B-EAB4-42C1-DFDFA540A3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5852973"/>
              </p:ext>
            </p:extLst>
          </p:nvPr>
        </p:nvGraphicFramePr>
        <p:xfrm>
          <a:off x="448056" y="1119284"/>
          <a:ext cx="11295060" cy="479044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2259012">
                  <a:extLst>
                    <a:ext uri="{9D8B030D-6E8A-4147-A177-3AD203B41FA5}">
                      <a16:colId xmlns:a16="http://schemas.microsoft.com/office/drawing/2014/main" val="933323160"/>
                    </a:ext>
                  </a:extLst>
                </a:gridCol>
                <a:gridCol w="2259012">
                  <a:extLst>
                    <a:ext uri="{9D8B030D-6E8A-4147-A177-3AD203B41FA5}">
                      <a16:colId xmlns:a16="http://schemas.microsoft.com/office/drawing/2014/main" val="174126524"/>
                    </a:ext>
                  </a:extLst>
                </a:gridCol>
                <a:gridCol w="2259012">
                  <a:extLst>
                    <a:ext uri="{9D8B030D-6E8A-4147-A177-3AD203B41FA5}">
                      <a16:colId xmlns:a16="http://schemas.microsoft.com/office/drawing/2014/main" val="2981707431"/>
                    </a:ext>
                  </a:extLst>
                </a:gridCol>
                <a:gridCol w="2259012">
                  <a:extLst>
                    <a:ext uri="{9D8B030D-6E8A-4147-A177-3AD203B41FA5}">
                      <a16:colId xmlns:a16="http://schemas.microsoft.com/office/drawing/2014/main" val="2410281806"/>
                    </a:ext>
                  </a:extLst>
                </a:gridCol>
                <a:gridCol w="2259012">
                  <a:extLst>
                    <a:ext uri="{9D8B030D-6E8A-4147-A177-3AD203B41FA5}">
                      <a16:colId xmlns:a16="http://schemas.microsoft.com/office/drawing/2014/main" val="29440011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Criteria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Basic Arduino Arm (Datum)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Proposed Gesture Arm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Industrial Robot Arm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Collaborative Robot (COBOT)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1244703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Human-Robot Interaction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+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-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+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2861656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Safety Features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+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-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+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420801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Collision Detection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+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-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+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1790099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Motion Smoothness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+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+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+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1019200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Control Method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+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+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+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1151566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Flexibility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+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+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2109245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Cost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effectLst/>
                        </a:rPr>
                        <a:t>0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--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--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2762687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System Complexity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effectLst/>
                        </a:rPr>
                        <a:t>-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effectLst/>
                        </a:rPr>
                        <a:t>--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effectLst/>
                        </a:rPr>
                        <a:t>-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3589709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>
                          <a:effectLst/>
                        </a:rPr>
                        <a:t>Ease of Implementation (College Level)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+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--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--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3710397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Expandability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0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+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>
                          <a:effectLst/>
                        </a:rPr>
                        <a:t>+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dirty="0">
                          <a:effectLst/>
                        </a:rPr>
                        <a:t>+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2966625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10814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3DAC2101-CE35-6065-B114-2DB6D5F5D4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4551" y="754380"/>
            <a:ext cx="6342896" cy="2535177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9465798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F5F2EB">
      <a:dk1>
        <a:srgbClr val="000000"/>
      </a:dk1>
      <a:lt1>
        <a:srgbClr val="FFFFFF"/>
      </a:lt1>
      <a:dk2>
        <a:srgbClr val="44546A"/>
      </a:dk2>
      <a:lt2>
        <a:srgbClr val="E7E4E6"/>
      </a:lt2>
      <a:accent1>
        <a:srgbClr val="D96564"/>
      </a:accent1>
      <a:accent2>
        <a:srgbClr val="108669"/>
      </a:accent2>
      <a:accent3>
        <a:srgbClr val="84B278"/>
      </a:accent3>
      <a:accent4>
        <a:srgbClr val="F5F2EB"/>
      </a:accent4>
      <a:accent5>
        <a:srgbClr val="E89284"/>
      </a:accent5>
      <a:accent6>
        <a:srgbClr val="004D1C"/>
      </a:accent6>
      <a:hlink>
        <a:srgbClr val="108669"/>
      </a:hlink>
      <a:folHlink>
        <a:srgbClr val="D96564"/>
      </a:folHlink>
    </a:clrScheme>
    <a:fontScheme name="Custom 38">
      <a:majorFont>
        <a:latin typeface="Posterama"/>
        <a:ea typeface=""/>
        <a:cs typeface=""/>
      </a:majorFont>
      <a:minorFont>
        <a:latin typeface="Georgia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309028_win32_LW_V4" id="{74888464-C70A-42F8-9CFC-7B0A59C5395A}" vid="{A1E7A734-C834-4183-B67C-9D9A3DA318D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319306A-3B4F-4CF2-A434-AAF2D6917C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453791F-F5A3-4DD5-A653-7AA42E82FCC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FFE8F7C-40E7-4230-B95E-A7E489894944}">
  <ds:schemaRefs>
    <ds:schemaRef ds:uri="http://www.w3.org/XML/1998/namespace"/>
    <ds:schemaRef ds:uri="http://purl.org/dc/dcmitype/"/>
    <ds:schemaRef ds:uri="http://schemas.microsoft.com/office/2006/documentManagement/types"/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2006/metadata/properties"/>
    <ds:schemaRef ds:uri="230e9df3-be65-4c73-a93b-d1236ebd677e"/>
    <ds:schemaRef ds:uri="http://schemas.microsoft.com/office/infopath/2007/PartnerControls"/>
    <ds:schemaRef ds:uri="16c05727-aa75-4e4a-9b5f-8a80a1165891"/>
    <ds:schemaRef ds:uri="71af3243-3dd4-4a8d-8c0d-dd76da1f02a5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Feathered design</Template>
  <TotalTime>408</TotalTime>
  <Words>1424</Words>
  <Application>Microsoft Office PowerPoint</Application>
  <PresentationFormat>Widescreen</PresentationFormat>
  <Paragraphs>302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Aptos</vt:lpstr>
      <vt:lpstr>Arial</vt:lpstr>
      <vt:lpstr>Calibri</vt:lpstr>
      <vt:lpstr>Courier New</vt:lpstr>
      <vt:lpstr>Georgia Pro Light</vt:lpstr>
      <vt:lpstr>Posterama</vt:lpstr>
      <vt:lpstr>Custom</vt:lpstr>
      <vt:lpstr>A gesture-controlled robotic arm</vt:lpstr>
      <vt:lpstr>What is Robotic Controller ?</vt:lpstr>
      <vt:lpstr>Functions of Robotic controller</vt:lpstr>
      <vt:lpstr>Types of robotic controller</vt:lpstr>
      <vt:lpstr>Popular robotic controllers in market</vt:lpstr>
      <vt:lpstr>ABB IRc5 (Asea brown bovei industrial robot- 5th gen)</vt:lpstr>
      <vt:lpstr>FANUC R-30iB PLUS CONTROLLER</vt:lpstr>
      <vt:lpstr>KUKA KR C5 controller</vt:lpstr>
      <vt:lpstr>Yaskwa yrc controller</vt:lpstr>
      <vt:lpstr>What is collaborative robot (cobot) </vt:lpstr>
      <vt:lpstr>Types of cobots</vt:lpstr>
      <vt:lpstr>Cobots available in in market</vt:lpstr>
      <vt:lpstr>Technologies used in CObots</vt:lpstr>
      <vt:lpstr>Limitations of Existing COBOT Systems and robotic controllers</vt:lpstr>
      <vt:lpstr>Robotic arm control ideations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Upgradations done in this robotic arm compared to other robotic arm</vt:lpstr>
      <vt:lpstr>Gap Analysis Based on Proposed System Features</vt:lpstr>
      <vt:lpstr>Pugh Chart – Robotic Arm Comparison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avanish reddy</dc:creator>
  <cp:lastModifiedBy>avanish reddy</cp:lastModifiedBy>
  <cp:revision>8</cp:revision>
  <dcterms:created xsi:type="dcterms:W3CDTF">2026-03-10T15:05:35Z</dcterms:created>
  <dcterms:modified xsi:type="dcterms:W3CDTF">2026-04-14T04:58:20Z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